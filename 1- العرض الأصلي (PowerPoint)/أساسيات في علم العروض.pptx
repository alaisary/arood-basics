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4"/>
  </p:notesMasterIdLst>
  <p:sldIdLst>
    <p:sldId id="298" r:id="rId2"/>
    <p:sldId id="289" r:id="rId3"/>
    <p:sldId id="290" r:id="rId4"/>
    <p:sldId id="293" r:id="rId5"/>
    <p:sldId id="294" r:id="rId6"/>
    <p:sldId id="295" r:id="rId7"/>
    <p:sldId id="296" r:id="rId8"/>
    <p:sldId id="300" r:id="rId9"/>
    <p:sldId id="291" r:id="rId10"/>
    <p:sldId id="297" r:id="rId11"/>
    <p:sldId id="299" r:id="rId12"/>
    <p:sldId id="292" r:id="rId13"/>
  </p:sldIdLst>
  <p:sldSz cx="9144000" cy="5143500" type="screen16x9"/>
  <p:notesSz cx="6858000" cy="9144000"/>
  <p:embeddedFontLst>
    <p:embeddedFont>
      <p:font typeface="Jua" panose="020B0604020202020204" charset="-127"/>
      <p:regular r:id="rId15"/>
    </p:embeddedFont>
    <p:embeddedFont>
      <p:font typeface="DecoType Naskh" panose="02010400000000000000" pitchFamily="2" charset="-78"/>
      <p:regular r:id="rId16"/>
    </p:embeddedFont>
    <p:embeddedFont>
      <p:font typeface="Quicksand Medium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A5ED15-E28B-48BD-A840-18925161BD03}">
  <a:tblStyle styleId="{BCA5ED15-E28B-48BD-A840-18925161BD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een 247" userId="3fcddd6500a121a6" providerId="LiveId" clId="{4482364F-14A0-4259-A1D1-3C994E3C6CC0}"/>
    <pc:docChg chg="modSld sldOrd">
      <pc:chgData name="haneen 247" userId="3fcddd6500a121a6" providerId="LiveId" clId="{4482364F-14A0-4259-A1D1-3C994E3C6CC0}" dt="2022-10-12T14:50:02.390" v="14"/>
      <pc:docMkLst>
        <pc:docMk/>
      </pc:docMkLst>
      <pc:sldChg chg="ord">
        <pc:chgData name="haneen 247" userId="3fcddd6500a121a6" providerId="LiveId" clId="{4482364F-14A0-4259-A1D1-3C994E3C6CC0}" dt="2022-10-11T19:17:01.746" v="1"/>
        <pc:sldMkLst>
          <pc:docMk/>
          <pc:sldMk cId="1091632783" sldId="291"/>
        </pc:sldMkLst>
      </pc:sldChg>
      <pc:sldChg chg="modSp mod ord">
        <pc:chgData name="haneen 247" userId="3fcddd6500a121a6" providerId="LiveId" clId="{4482364F-14A0-4259-A1D1-3C994E3C6CC0}" dt="2022-10-12T14:50:02.390" v="14"/>
        <pc:sldMkLst>
          <pc:docMk/>
          <pc:sldMk cId="1497370520" sldId="292"/>
        </pc:sldMkLst>
        <pc:picChg chg="mod">
          <ac:chgData name="haneen 247" userId="3fcddd6500a121a6" providerId="LiveId" clId="{4482364F-14A0-4259-A1D1-3C994E3C6CC0}" dt="2022-10-12T06:12:43.265" v="9" actId="1076"/>
          <ac:picMkLst>
            <pc:docMk/>
            <pc:sldMk cId="1497370520" sldId="292"/>
            <ac:picMk id="4" creationId="{00000000-0000-0000-0000-000000000000}"/>
          </ac:picMkLst>
        </pc:picChg>
      </pc:sldChg>
      <pc:sldChg chg="modSp mod">
        <pc:chgData name="haneen 247" userId="3fcddd6500a121a6" providerId="LiveId" clId="{4482364F-14A0-4259-A1D1-3C994E3C6CC0}" dt="2022-10-12T06:12:04.557" v="8" actId="1076"/>
        <pc:sldMkLst>
          <pc:docMk/>
          <pc:sldMk cId="4232508336" sldId="295"/>
        </pc:sldMkLst>
        <pc:picChg chg="mod">
          <ac:chgData name="haneen 247" userId="3fcddd6500a121a6" providerId="LiveId" clId="{4482364F-14A0-4259-A1D1-3C994E3C6CC0}" dt="2022-10-12T06:12:04.557" v="8" actId="1076"/>
          <ac:picMkLst>
            <pc:docMk/>
            <pc:sldMk cId="4232508336" sldId="295"/>
            <ac:picMk id="4" creationId="{00000000-0000-0000-0000-000000000000}"/>
          </ac:picMkLst>
        </pc:picChg>
      </pc:sldChg>
      <pc:sldChg chg="ord">
        <pc:chgData name="haneen 247" userId="3fcddd6500a121a6" providerId="LiveId" clId="{4482364F-14A0-4259-A1D1-3C994E3C6CC0}" dt="2022-10-11T19:17:08.737" v="3"/>
        <pc:sldMkLst>
          <pc:docMk/>
          <pc:sldMk cId="4274950451" sldId="296"/>
        </pc:sldMkLst>
      </pc:sldChg>
      <pc:sldChg chg="modSp mod">
        <pc:chgData name="haneen 247" userId="3fcddd6500a121a6" providerId="LiveId" clId="{4482364F-14A0-4259-A1D1-3C994E3C6CC0}" dt="2022-10-12T06:13:36.028" v="12" actId="14100"/>
        <pc:sldMkLst>
          <pc:docMk/>
          <pc:sldMk cId="541188120" sldId="297"/>
        </pc:sldMkLst>
        <pc:spChg chg="mod">
          <ac:chgData name="haneen 247" userId="3fcddd6500a121a6" providerId="LiveId" clId="{4482364F-14A0-4259-A1D1-3C994E3C6CC0}" dt="2022-10-12T06:13:36.028" v="12" actId="14100"/>
          <ac:spMkLst>
            <pc:docMk/>
            <pc:sldMk cId="541188120" sldId="297"/>
            <ac:spMk id="2" creationId="{00000000-0000-0000-0000-000000000000}"/>
          </ac:spMkLst>
        </pc:spChg>
        <pc:spChg chg="mod">
          <ac:chgData name="haneen 247" userId="3fcddd6500a121a6" providerId="LiveId" clId="{4482364F-14A0-4259-A1D1-3C994E3C6CC0}" dt="2022-10-12T06:13:27.316" v="10" actId="14100"/>
          <ac:spMkLst>
            <pc:docMk/>
            <pc:sldMk cId="541188120" sldId="297"/>
            <ac:spMk id="4" creationId="{00000000-0000-0000-0000-000000000000}"/>
          </ac:spMkLst>
        </pc:spChg>
      </pc:sldChg>
      <pc:sldChg chg="ord">
        <pc:chgData name="haneen 247" userId="3fcddd6500a121a6" providerId="LiveId" clId="{4482364F-14A0-4259-A1D1-3C994E3C6CC0}" dt="2022-10-11T19:17:01.746" v="1"/>
        <pc:sldMkLst>
          <pc:docMk/>
          <pc:sldMk cId="1105737692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59337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OM" dirty="0"/>
          </a:p>
        </p:txBody>
      </p:sp>
    </p:spTree>
    <p:extLst>
      <p:ext uri="{BB962C8B-B14F-4D97-AF65-F5344CB8AC3E}">
        <p14:creationId xmlns:p14="http://schemas.microsoft.com/office/powerpoint/2010/main" val="112392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95925" y="291324"/>
            <a:ext cx="8336062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61185" y="219519"/>
            <a:ext cx="8068819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41543" y="2282008"/>
            <a:ext cx="569676" cy="380612"/>
            <a:chOff x="8341543" y="2282008"/>
            <a:chExt cx="569676" cy="380612"/>
          </a:xfrm>
        </p:grpSpPr>
        <p:sp>
          <p:nvSpPr>
            <p:cNvPr id="12" name="Google Shape;12;p2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341543" y="1721094"/>
            <a:ext cx="569676" cy="380612"/>
            <a:chOff x="8341543" y="1721094"/>
            <a:chExt cx="569676" cy="380612"/>
          </a:xfrm>
        </p:grpSpPr>
        <p:sp>
          <p:nvSpPr>
            <p:cNvPr id="15" name="Google Shape;15;p2"/>
            <p:cNvSpPr/>
            <p:nvPr/>
          </p:nvSpPr>
          <p:spPr>
            <a:xfrm>
              <a:off x="8341543" y="1800869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0"/>
                  </a:moveTo>
                  <a:lnTo>
                    <a:pt x="0" y="9225"/>
                  </a:lnTo>
                  <a:lnTo>
                    <a:pt x="18186" y="9225"/>
                  </a:lnTo>
                  <a:lnTo>
                    <a:pt x="16824" y="4462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41543" y="1721094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0"/>
                  </a:moveTo>
                  <a:lnTo>
                    <a:pt x="0" y="9225"/>
                  </a:lnTo>
                  <a:lnTo>
                    <a:pt x="18186" y="9225"/>
                  </a:lnTo>
                  <a:lnTo>
                    <a:pt x="16824" y="4462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8346273" y="1183592"/>
            <a:ext cx="568486" cy="388014"/>
            <a:chOff x="8346273" y="1183592"/>
            <a:chExt cx="568486" cy="388014"/>
          </a:xfrm>
        </p:grpSpPr>
        <p:sp>
          <p:nvSpPr>
            <p:cNvPr id="18" name="Google Shape;18;p2"/>
            <p:cNvSpPr/>
            <p:nvPr/>
          </p:nvSpPr>
          <p:spPr>
            <a:xfrm>
              <a:off x="8346273" y="1263367"/>
              <a:ext cx="568486" cy="308239"/>
            </a:xfrm>
            <a:custGeom>
              <a:avLst/>
              <a:gdLst/>
              <a:ahLst/>
              <a:cxnLst/>
              <a:rect l="l" t="t" r="r" b="b"/>
              <a:pathLst>
                <a:path w="18148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48" y="9452"/>
                  </a:lnTo>
                  <a:lnTo>
                    <a:pt x="16787" y="4688"/>
                  </a:lnTo>
                  <a:lnTo>
                    <a:pt x="18148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46273" y="1183592"/>
              <a:ext cx="568486" cy="308239"/>
            </a:xfrm>
            <a:custGeom>
              <a:avLst/>
              <a:gdLst/>
              <a:ahLst/>
              <a:cxnLst/>
              <a:rect l="l" t="t" r="r" b="b"/>
              <a:pathLst>
                <a:path w="18148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48" y="9452"/>
                  </a:lnTo>
                  <a:lnTo>
                    <a:pt x="16787" y="4688"/>
                  </a:lnTo>
                  <a:lnTo>
                    <a:pt x="181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8341543" y="606635"/>
            <a:ext cx="569676" cy="388014"/>
            <a:chOff x="8341543" y="606635"/>
            <a:chExt cx="569676" cy="388014"/>
          </a:xfrm>
        </p:grpSpPr>
        <p:sp>
          <p:nvSpPr>
            <p:cNvPr id="21" name="Google Shape;21;p2"/>
            <p:cNvSpPr/>
            <p:nvPr/>
          </p:nvSpPr>
          <p:spPr>
            <a:xfrm>
              <a:off x="8341543" y="686410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41543" y="606635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>
            <a:off x="8341543" y="2842933"/>
            <a:ext cx="569676" cy="380612"/>
            <a:chOff x="8341543" y="2282008"/>
            <a:chExt cx="569676" cy="380612"/>
          </a:xfrm>
        </p:grpSpPr>
        <p:sp>
          <p:nvSpPr>
            <p:cNvPr id="24" name="Google Shape;24;p2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8341543" y="3403858"/>
            <a:ext cx="569676" cy="380612"/>
            <a:chOff x="8341543" y="2282008"/>
            <a:chExt cx="569676" cy="380612"/>
          </a:xfrm>
        </p:grpSpPr>
        <p:sp>
          <p:nvSpPr>
            <p:cNvPr id="27" name="Google Shape;27;p2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2"/>
          <p:cNvSpPr/>
          <p:nvPr/>
        </p:nvSpPr>
        <p:spPr>
          <a:xfrm>
            <a:off x="8341543" y="4447718"/>
            <a:ext cx="569676" cy="308239"/>
          </a:xfrm>
          <a:custGeom>
            <a:avLst/>
            <a:gdLst/>
            <a:ahLst/>
            <a:cxnLst/>
            <a:rect l="l" t="t" r="r" b="b"/>
            <a:pathLst>
              <a:path w="18186" h="9453" extrusionOk="0">
                <a:moveTo>
                  <a:pt x="0" y="0"/>
                </a:moveTo>
                <a:lnTo>
                  <a:pt x="0" y="9452"/>
                </a:lnTo>
                <a:lnTo>
                  <a:pt x="18186" y="9452"/>
                </a:lnTo>
                <a:lnTo>
                  <a:pt x="16824" y="4613"/>
                </a:lnTo>
                <a:lnTo>
                  <a:pt x="18186" y="0"/>
                </a:ln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8341543" y="4367943"/>
            <a:ext cx="569676" cy="308239"/>
          </a:xfrm>
          <a:custGeom>
            <a:avLst/>
            <a:gdLst/>
            <a:ahLst/>
            <a:cxnLst/>
            <a:rect l="l" t="t" r="r" b="b"/>
            <a:pathLst>
              <a:path w="18186" h="9453" extrusionOk="0">
                <a:moveTo>
                  <a:pt x="0" y="0"/>
                </a:moveTo>
                <a:lnTo>
                  <a:pt x="0" y="9452"/>
                </a:lnTo>
                <a:lnTo>
                  <a:pt x="18186" y="9452"/>
                </a:lnTo>
                <a:lnTo>
                  <a:pt x="16824" y="4613"/>
                </a:lnTo>
                <a:lnTo>
                  <a:pt x="1818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95894" y="219519"/>
            <a:ext cx="8053438" cy="4788281"/>
          </a:xfrm>
          <a:custGeom>
            <a:avLst/>
            <a:gdLst/>
            <a:ahLst/>
            <a:cxnLst/>
            <a:rect l="l" t="t" r="r" b="b"/>
            <a:pathLst>
              <a:path w="257093" h="146846" extrusionOk="0">
                <a:moveTo>
                  <a:pt x="7146" y="1"/>
                </a:moveTo>
                <a:cubicBezTo>
                  <a:pt x="3177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177" y="146845"/>
                  <a:pt x="7146" y="146845"/>
                </a:cubicBezTo>
                <a:lnTo>
                  <a:pt x="249947" y="146845"/>
                </a:lnTo>
                <a:cubicBezTo>
                  <a:pt x="253879" y="146845"/>
                  <a:pt x="257093" y="143632"/>
                  <a:pt x="257093" y="139700"/>
                </a:cubicBezTo>
                <a:lnTo>
                  <a:pt x="257093" y="7146"/>
                </a:lnTo>
                <a:cubicBezTo>
                  <a:pt x="257093" y="3214"/>
                  <a:pt x="253879" y="1"/>
                  <a:pt x="2499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228900" y="135685"/>
            <a:ext cx="794715" cy="686714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"/>
          <p:cNvSpPr txBox="1">
            <a:spLocks noGrp="1"/>
          </p:cNvSpPr>
          <p:nvPr>
            <p:ph type="ctrTitle"/>
          </p:nvPr>
        </p:nvSpPr>
        <p:spPr>
          <a:xfrm>
            <a:off x="967700" y="1345750"/>
            <a:ext cx="7208700" cy="19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400">
                <a:latin typeface="Jua"/>
                <a:ea typeface="Jua"/>
                <a:cs typeface="Jua"/>
                <a:sym typeface="Jua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9pPr>
          </a:lstStyle>
          <a:p>
            <a:endParaRPr/>
          </a:p>
        </p:txBody>
      </p:sp>
      <p:sp>
        <p:nvSpPr>
          <p:cNvPr id="84" name="Google Shape;84;p2"/>
          <p:cNvSpPr txBox="1">
            <a:spLocks noGrp="1"/>
          </p:cNvSpPr>
          <p:nvPr>
            <p:ph type="subTitle" idx="1"/>
          </p:nvPr>
        </p:nvSpPr>
        <p:spPr>
          <a:xfrm>
            <a:off x="1138725" y="3114175"/>
            <a:ext cx="6866700" cy="59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2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endParaRPr/>
          </a:p>
        </p:txBody>
      </p:sp>
      <p:grpSp>
        <p:nvGrpSpPr>
          <p:cNvPr id="85" name="Google Shape;85;p2"/>
          <p:cNvGrpSpPr/>
          <p:nvPr/>
        </p:nvGrpSpPr>
        <p:grpSpPr>
          <a:xfrm>
            <a:off x="7480525" y="1448400"/>
            <a:ext cx="444275" cy="398525"/>
            <a:chOff x="2495125" y="2142250"/>
            <a:chExt cx="444275" cy="398525"/>
          </a:xfrm>
        </p:grpSpPr>
        <p:sp>
          <p:nvSpPr>
            <p:cNvPr id="86" name="Google Shape;86;p2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1018050" y="1506975"/>
            <a:ext cx="291375" cy="281375"/>
            <a:chOff x="3243875" y="2372825"/>
            <a:chExt cx="291375" cy="281375"/>
          </a:xfrm>
        </p:grpSpPr>
        <p:sp>
          <p:nvSpPr>
            <p:cNvPr id="89" name="Google Shape;89;p2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2071475" y="615963"/>
            <a:ext cx="166675" cy="168575"/>
            <a:chOff x="4954425" y="2036375"/>
            <a:chExt cx="166675" cy="168575"/>
          </a:xfrm>
        </p:grpSpPr>
        <p:sp>
          <p:nvSpPr>
            <p:cNvPr id="100" name="Google Shape;100;p2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7571875" y="991013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0"/>
                </a:moveTo>
                <a:cubicBezTo>
                  <a:pt x="255" y="0"/>
                  <a:pt x="1" y="2834"/>
                  <a:pt x="2006" y="3221"/>
                </a:cubicBezTo>
                <a:cubicBezTo>
                  <a:pt x="2122" y="3239"/>
                  <a:pt x="2233" y="3247"/>
                  <a:pt x="2340" y="3247"/>
                </a:cubicBezTo>
                <a:cubicBezTo>
                  <a:pt x="4296" y="3247"/>
                  <a:pt x="4764" y="345"/>
                  <a:pt x="2483" y="12"/>
                </a:cubicBezTo>
                <a:cubicBezTo>
                  <a:pt x="2404" y="4"/>
                  <a:pt x="2327" y="0"/>
                  <a:pt x="225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821125" y="128462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018050" y="1000650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"/>
          <p:cNvSpPr/>
          <p:nvPr/>
        </p:nvSpPr>
        <p:spPr>
          <a:xfrm rot="9553842">
            <a:off x="2124651" y="4191357"/>
            <a:ext cx="60324" cy="43049"/>
          </a:xfrm>
          <a:custGeom>
            <a:avLst/>
            <a:gdLst/>
            <a:ahLst/>
            <a:cxnLst/>
            <a:rect l="l" t="t" r="r" b="b"/>
            <a:pathLst>
              <a:path w="2413" h="1722" extrusionOk="0">
                <a:moveTo>
                  <a:pt x="1429" y="1"/>
                </a:moveTo>
                <a:cubicBezTo>
                  <a:pt x="1351" y="1"/>
                  <a:pt x="1268" y="12"/>
                  <a:pt x="1179" y="34"/>
                </a:cubicBezTo>
                <a:cubicBezTo>
                  <a:pt x="1156" y="33"/>
                  <a:pt x="1133" y="32"/>
                  <a:pt x="1110" y="32"/>
                </a:cubicBezTo>
                <a:cubicBezTo>
                  <a:pt x="20" y="32"/>
                  <a:pt x="1" y="1722"/>
                  <a:pt x="1114" y="1722"/>
                </a:cubicBezTo>
                <a:cubicBezTo>
                  <a:pt x="1159" y="1722"/>
                  <a:pt x="1206" y="1719"/>
                  <a:pt x="1254" y="1714"/>
                </a:cubicBezTo>
                <a:cubicBezTo>
                  <a:pt x="2412" y="1575"/>
                  <a:pt x="2372" y="1"/>
                  <a:pt x="14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7527700" y="4181913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104175" y="370907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6355050" y="709650"/>
            <a:ext cx="291375" cy="281375"/>
            <a:chOff x="3243875" y="2372825"/>
            <a:chExt cx="291375" cy="281375"/>
          </a:xfrm>
        </p:grpSpPr>
        <p:sp>
          <p:nvSpPr>
            <p:cNvPr id="109" name="Google Shape;109;p2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105050" y="4149150"/>
            <a:ext cx="444275" cy="398525"/>
            <a:chOff x="2495125" y="2142250"/>
            <a:chExt cx="444275" cy="398525"/>
          </a:xfrm>
        </p:grpSpPr>
        <p:sp>
          <p:nvSpPr>
            <p:cNvPr id="120" name="Google Shape;120;p2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6975800" y="4368950"/>
            <a:ext cx="291375" cy="281375"/>
            <a:chOff x="3243875" y="2372825"/>
            <a:chExt cx="291375" cy="281375"/>
          </a:xfrm>
        </p:grpSpPr>
        <p:sp>
          <p:nvSpPr>
            <p:cNvPr id="123" name="Google Shape;123;p2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/>
          <p:nvPr/>
        </p:nvSpPr>
        <p:spPr>
          <a:xfrm>
            <a:off x="395925" y="291324"/>
            <a:ext cx="8336062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3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36" name="Google Shape;136;p3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" name="Google Shape;137;p3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0" name="Google Shape;140;p3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" name="Google Shape;141;p3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" name="Google Shape;147;p3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" name="Google Shape;150;p3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51" name="Google Shape;151;p3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3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54" name="Google Shape;154;p3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6" name="Google Shape;156;p3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3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"/>
          <p:cNvSpPr txBox="1">
            <a:spLocks noGrp="1"/>
          </p:cNvSpPr>
          <p:nvPr>
            <p:ph type="title"/>
          </p:nvPr>
        </p:nvSpPr>
        <p:spPr>
          <a:xfrm>
            <a:off x="2497874" y="2156593"/>
            <a:ext cx="3968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09" name="Google Shape;209;p3"/>
          <p:cNvSpPr txBox="1">
            <a:spLocks noGrp="1"/>
          </p:cNvSpPr>
          <p:nvPr>
            <p:ph type="title" idx="2" hasCustomPrompt="1"/>
          </p:nvPr>
        </p:nvSpPr>
        <p:spPr>
          <a:xfrm>
            <a:off x="3965650" y="1122450"/>
            <a:ext cx="10326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3"/>
          <p:cNvSpPr txBox="1">
            <a:spLocks noGrp="1"/>
          </p:cNvSpPr>
          <p:nvPr>
            <p:ph type="subTitle" idx="1"/>
          </p:nvPr>
        </p:nvSpPr>
        <p:spPr>
          <a:xfrm>
            <a:off x="2233575" y="3144850"/>
            <a:ext cx="4496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11" name="Google Shape;211;p3"/>
          <p:cNvGrpSpPr/>
          <p:nvPr/>
        </p:nvGrpSpPr>
        <p:grpSpPr>
          <a:xfrm>
            <a:off x="1030175" y="1581350"/>
            <a:ext cx="444275" cy="398525"/>
            <a:chOff x="2495125" y="2142250"/>
            <a:chExt cx="444275" cy="398525"/>
          </a:xfrm>
        </p:grpSpPr>
        <p:sp>
          <p:nvSpPr>
            <p:cNvPr id="212" name="Google Shape;212;p3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3"/>
          <p:cNvGrpSpPr/>
          <p:nvPr/>
        </p:nvGrpSpPr>
        <p:grpSpPr>
          <a:xfrm>
            <a:off x="7353450" y="3955275"/>
            <a:ext cx="291375" cy="281375"/>
            <a:chOff x="3243875" y="2372825"/>
            <a:chExt cx="291375" cy="281375"/>
          </a:xfrm>
        </p:grpSpPr>
        <p:sp>
          <p:nvSpPr>
            <p:cNvPr id="215" name="Google Shape;215;p3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3"/>
          <p:cNvGrpSpPr/>
          <p:nvPr/>
        </p:nvGrpSpPr>
        <p:grpSpPr>
          <a:xfrm>
            <a:off x="7510400" y="1254438"/>
            <a:ext cx="166675" cy="168575"/>
            <a:chOff x="4954425" y="2036375"/>
            <a:chExt cx="166675" cy="168575"/>
          </a:xfrm>
        </p:grpSpPr>
        <p:sp>
          <p:nvSpPr>
            <p:cNvPr id="226" name="Google Shape;226;p3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" name="Google Shape;228;p3"/>
          <p:cNvSpPr/>
          <p:nvPr/>
        </p:nvSpPr>
        <p:spPr>
          <a:xfrm>
            <a:off x="1531350" y="301707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"/>
          <p:cNvSpPr/>
          <p:nvPr/>
        </p:nvSpPr>
        <p:spPr>
          <a:xfrm>
            <a:off x="8069225" y="2708388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p3"/>
          <p:cNvGrpSpPr/>
          <p:nvPr/>
        </p:nvGrpSpPr>
        <p:grpSpPr>
          <a:xfrm>
            <a:off x="1168975" y="4065000"/>
            <a:ext cx="166675" cy="168575"/>
            <a:chOff x="4954425" y="2036375"/>
            <a:chExt cx="166675" cy="168575"/>
          </a:xfrm>
        </p:grpSpPr>
        <p:sp>
          <p:nvSpPr>
            <p:cNvPr id="231" name="Google Shape;231;p3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"/>
          <p:cNvSpPr/>
          <p:nvPr/>
        </p:nvSpPr>
        <p:spPr>
          <a:xfrm>
            <a:off x="395925" y="291324"/>
            <a:ext cx="8336062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"/>
          <p:cNvSpPr/>
          <p:nvPr/>
        </p:nvSpPr>
        <p:spPr>
          <a:xfrm>
            <a:off x="661185" y="219519"/>
            <a:ext cx="8068819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8341543" y="4447718"/>
            <a:ext cx="569676" cy="308239"/>
          </a:xfrm>
          <a:custGeom>
            <a:avLst/>
            <a:gdLst/>
            <a:ahLst/>
            <a:cxnLst/>
            <a:rect l="l" t="t" r="r" b="b"/>
            <a:pathLst>
              <a:path w="18186" h="9453" extrusionOk="0">
                <a:moveTo>
                  <a:pt x="0" y="0"/>
                </a:moveTo>
                <a:lnTo>
                  <a:pt x="0" y="9452"/>
                </a:lnTo>
                <a:lnTo>
                  <a:pt x="18186" y="9452"/>
                </a:lnTo>
                <a:lnTo>
                  <a:pt x="16824" y="4613"/>
                </a:lnTo>
                <a:lnTo>
                  <a:pt x="18186" y="0"/>
                </a:ln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" name="Google Shape;237;p4"/>
          <p:cNvGrpSpPr/>
          <p:nvPr/>
        </p:nvGrpSpPr>
        <p:grpSpPr>
          <a:xfrm>
            <a:off x="8341543" y="2282008"/>
            <a:ext cx="569676" cy="380612"/>
            <a:chOff x="8341543" y="2282008"/>
            <a:chExt cx="569676" cy="380612"/>
          </a:xfrm>
        </p:grpSpPr>
        <p:sp>
          <p:nvSpPr>
            <p:cNvPr id="238" name="Google Shape;238;p4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" name="Google Shape;240;p4"/>
          <p:cNvGrpSpPr/>
          <p:nvPr/>
        </p:nvGrpSpPr>
        <p:grpSpPr>
          <a:xfrm>
            <a:off x="8341543" y="1721094"/>
            <a:ext cx="569676" cy="380612"/>
            <a:chOff x="8341543" y="1721094"/>
            <a:chExt cx="569676" cy="380612"/>
          </a:xfrm>
        </p:grpSpPr>
        <p:sp>
          <p:nvSpPr>
            <p:cNvPr id="241" name="Google Shape;241;p4"/>
            <p:cNvSpPr/>
            <p:nvPr/>
          </p:nvSpPr>
          <p:spPr>
            <a:xfrm>
              <a:off x="8341543" y="1800869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0"/>
                  </a:moveTo>
                  <a:lnTo>
                    <a:pt x="0" y="9225"/>
                  </a:lnTo>
                  <a:lnTo>
                    <a:pt x="18186" y="9225"/>
                  </a:lnTo>
                  <a:lnTo>
                    <a:pt x="16824" y="4462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8341543" y="1721094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0"/>
                  </a:moveTo>
                  <a:lnTo>
                    <a:pt x="0" y="9225"/>
                  </a:lnTo>
                  <a:lnTo>
                    <a:pt x="18186" y="9225"/>
                  </a:lnTo>
                  <a:lnTo>
                    <a:pt x="16824" y="4462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" name="Google Shape;243;p4"/>
          <p:cNvGrpSpPr/>
          <p:nvPr/>
        </p:nvGrpSpPr>
        <p:grpSpPr>
          <a:xfrm>
            <a:off x="8346273" y="1183592"/>
            <a:ext cx="568486" cy="388014"/>
            <a:chOff x="8346273" y="1183592"/>
            <a:chExt cx="568486" cy="388014"/>
          </a:xfrm>
        </p:grpSpPr>
        <p:sp>
          <p:nvSpPr>
            <p:cNvPr id="244" name="Google Shape;244;p4"/>
            <p:cNvSpPr/>
            <p:nvPr/>
          </p:nvSpPr>
          <p:spPr>
            <a:xfrm>
              <a:off x="8346273" y="1263367"/>
              <a:ext cx="568486" cy="308239"/>
            </a:xfrm>
            <a:custGeom>
              <a:avLst/>
              <a:gdLst/>
              <a:ahLst/>
              <a:cxnLst/>
              <a:rect l="l" t="t" r="r" b="b"/>
              <a:pathLst>
                <a:path w="18148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48" y="9452"/>
                  </a:lnTo>
                  <a:lnTo>
                    <a:pt x="16787" y="4688"/>
                  </a:lnTo>
                  <a:lnTo>
                    <a:pt x="18148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8346273" y="1183592"/>
              <a:ext cx="568486" cy="308239"/>
            </a:xfrm>
            <a:custGeom>
              <a:avLst/>
              <a:gdLst/>
              <a:ahLst/>
              <a:cxnLst/>
              <a:rect l="l" t="t" r="r" b="b"/>
              <a:pathLst>
                <a:path w="18148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48" y="9452"/>
                  </a:lnTo>
                  <a:lnTo>
                    <a:pt x="16787" y="4688"/>
                  </a:lnTo>
                  <a:lnTo>
                    <a:pt x="181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Google Shape;246;p4"/>
          <p:cNvGrpSpPr/>
          <p:nvPr/>
        </p:nvGrpSpPr>
        <p:grpSpPr>
          <a:xfrm>
            <a:off x="8341543" y="606635"/>
            <a:ext cx="569676" cy="388014"/>
            <a:chOff x="8341543" y="606635"/>
            <a:chExt cx="569676" cy="388014"/>
          </a:xfrm>
        </p:grpSpPr>
        <p:sp>
          <p:nvSpPr>
            <p:cNvPr id="247" name="Google Shape;247;p4"/>
            <p:cNvSpPr/>
            <p:nvPr/>
          </p:nvSpPr>
          <p:spPr>
            <a:xfrm>
              <a:off x="8341543" y="686410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8341543" y="606635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4"/>
          <p:cNvGrpSpPr/>
          <p:nvPr/>
        </p:nvGrpSpPr>
        <p:grpSpPr>
          <a:xfrm>
            <a:off x="8341543" y="2842933"/>
            <a:ext cx="569676" cy="380612"/>
            <a:chOff x="8341543" y="2282008"/>
            <a:chExt cx="569676" cy="380612"/>
          </a:xfrm>
        </p:grpSpPr>
        <p:sp>
          <p:nvSpPr>
            <p:cNvPr id="250" name="Google Shape;250;p4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4"/>
          <p:cNvGrpSpPr/>
          <p:nvPr/>
        </p:nvGrpSpPr>
        <p:grpSpPr>
          <a:xfrm>
            <a:off x="8341543" y="3403858"/>
            <a:ext cx="569676" cy="380612"/>
            <a:chOff x="8341543" y="2282008"/>
            <a:chExt cx="569676" cy="380612"/>
          </a:xfrm>
        </p:grpSpPr>
        <p:sp>
          <p:nvSpPr>
            <p:cNvPr id="253" name="Google Shape;253;p4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4"/>
          <p:cNvSpPr/>
          <p:nvPr/>
        </p:nvSpPr>
        <p:spPr>
          <a:xfrm>
            <a:off x="8341543" y="4367943"/>
            <a:ext cx="569676" cy="308239"/>
          </a:xfrm>
          <a:custGeom>
            <a:avLst/>
            <a:gdLst/>
            <a:ahLst/>
            <a:cxnLst/>
            <a:rect l="l" t="t" r="r" b="b"/>
            <a:pathLst>
              <a:path w="18186" h="9453" extrusionOk="0">
                <a:moveTo>
                  <a:pt x="0" y="0"/>
                </a:moveTo>
                <a:lnTo>
                  <a:pt x="0" y="9452"/>
                </a:lnTo>
                <a:lnTo>
                  <a:pt x="18186" y="9452"/>
                </a:lnTo>
                <a:lnTo>
                  <a:pt x="16824" y="4613"/>
                </a:lnTo>
                <a:lnTo>
                  <a:pt x="1818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395894" y="219519"/>
            <a:ext cx="8053438" cy="4788281"/>
          </a:xfrm>
          <a:custGeom>
            <a:avLst/>
            <a:gdLst/>
            <a:ahLst/>
            <a:cxnLst/>
            <a:rect l="l" t="t" r="r" b="b"/>
            <a:pathLst>
              <a:path w="257093" h="146846" extrusionOk="0">
                <a:moveTo>
                  <a:pt x="7146" y="1"/>
                </a:moveTo>
                <a:cubicBezTo>
                  <a:pt x="3177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177" y="146845"/>
                  <a:pt x="7146" y="146845"/>
                </a:cubicBezTo>
                <a:lnTo>
                  <a:pt x="249947" y="146845"/>
                </a:lnTo>
                <a:cubicBezTo>
                  <a:pt x="253879" y="146845"/>
                  <a:pt x="257093" y="143632"/>
                  <a:pt x="257093" y="139700"/>
                </a:cubicBezTo>
                <a:lnTo>
                  <a:pt x="257093" y="7146"/>
                </a:lnTo>
                <a:cubicBezTo>
                  <a:pt x="257093" y="3214"/>
                  <a:pt x="253879" y="1"/>
                  <a:pt x="2499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4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4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4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4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4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4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4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4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4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4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4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4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4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4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4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4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4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4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4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4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4"/>
          <p:cNvSpPr/>
          <p:nvPr/>
        </p:nvSpPr>
        <p:spPr>
          <a:xfrm>
            <a:off x="228900" y="135685"/>
            <a:ext cx="794715" cy="686714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4"/>
          <p:cNvSpPr txBox="1">
            <a:spLocks noGrp="1"/>
          </p:cNvSpPr>
          <p:nvPr>
            <p:ph type="title"/>
          </p:nvPr>
        </p:nvSpPr>
        <p:spPr>
          <a:xfrm>
            <a:off x="726225" y="441350"/>
            <a:ext cx="769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4"/>
          <p:cNvSpPr txBox="1">
            <a:spLocks noGrp="1"/>
          </p:cNvSpPr>
          <p:nvPr>
            <p:ph type="subTitle" idx="1"/>
          </p:nvPr>
        </p:nvSpPr>
        <p:spPr>
          <a:xfrm>
            <a:off x="821325" y="1232150"/>
            <a:ext cx="7501200" cy="3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10" name="Google Shape;310;p4"/>
          <p:cNvSpPr/>
          <p:nvPr/>
        </p:nvSpPr>
        <p:spPr>
          <a:xfrm rot="4238894">
            <a:off x="287196" y="4383386"/>
            <a:ext cx="794710" cy="686759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4"/>
          <p:cNvSpPr/>
          <p:nvPr/>
        </p:nvSpPr>
        <p:spPr>
          <a:xfrm>
            <a:off x="7109750" y="73267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"/>
          <p:cNvSpPr/>
          <p:nvPr/>
        </p:nvSpPr>
        <p:spPr>
          <a:xfrm>
            <a:off x="1324400" y="551063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3" name="Google Shape;313;p4"/>
          <p:cNvGrpSpPr/>
          <p:nvPr/>
        </p:nvGrpSpPr>
        <p:grpSpPr>
          <a:xfrm>
            <a:off x="7636900" y="441350"/>
            <a:ext cx="291375" cy="281375"/>
            <a:chOff x="3243875" y="2372825"/>
            <a:chExt cx="291375" cy="281375"/>
          </a:xfrm>
        </p:grpSpPr>
        <p:sp>
          <p:nvSpPr>
            <p:cNvPr id="314" name="Google Shape;314;p4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" name="Google Shape;324;p4"/>
          <p:cNvSpPr/>
          <p:nvPr/>
        </p:nvSpPr>
        <p:spPr>
          <a:xfrm>
            <a:off x="8088375" y="1232138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4"/>
          <p:cNvSpPr/>
          <p:nvPr/>
        </p:nvSpPr>
        <p:spPr>
          <a:xfrm>
            <a:off x="1023000" y="1014050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5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328" name="Google Shape;328;p5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9" name="Google Shape;329;p5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330" name="Google Shape;330;p5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5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2" name="Google Shape;332;p5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3" name="Google Shape;333;p5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334" name="Google Shape;334;p5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5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5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337" name="Google Shape;337;p5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5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5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340" name="Google Shape;340;p5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5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2" name="Google Shape;342;p5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343" name="Google Shape;343;p5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5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" name="Google Shape;345;p5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346" name="Google Shape;346;p5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5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8" name="Google Shape;348;p5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" name="Google Shape;350;p5"/>
          <p:cNvSpPr txBox="1">
            <a:spLocks noGrp="1"/>
          </p:cNvSpPr>
          <p:nvPr>
            <p:ph type="title"/>
          </p:nvPr>
        </p:nvSpPr>
        <p:spPr>
          <a:xfrm>
            <a:off x="726225" y="441350"/>
            <a:ext cx="769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subTitle" idx="1"/>
          </p:nvPr>
        </p:nvSpPr>
        <p:spPr>
          <a:xfrm>
            <a:off x="1979838" y="2245525"/>
            <a:ext cx="23427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2"/>
          </p:nvPr>
        </p:nvSpPr>
        <p:spPr>
          <a:xfrm>
            <a:off x="1979838" y="2603400"/>
            <a:ext cx="2342700" cy="9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5"/>
          <p:cNvSpPr txBox="1">
            <a:spLocks noGrp="1"/>
          </p:cNvSpPr>
          <p:nvPr>
            <p:ph type="subTitle" idx="3"/>
          </p:nvPr>
        </p:nvSpPr>
        <p:spPr>
          <a:xfrm>
            <a:off x="4821463" y="2245525"/>
            <a:ext cx="23427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5"/>
          <p:cNvSpPr txBox="1">
            <a:spLocks noGrp="1"/>
          </p:cNvSpPr>
          <p:nvPr>
            <p:ph type="subTitle" idx="4"/>
          </p:nvPr>
        </p:nvSpPr>
        <p:spPr>
          <a:xfrm>
            <a:off x="4821463" y="2603404"/>
            <a:ext cx="2342700" cy="9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5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5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5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5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5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5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5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5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5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5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5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5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5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5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5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5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5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5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5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5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5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5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5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5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5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5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5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5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5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5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5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5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5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5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5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5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5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5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5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5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5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5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7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499" name="Google Shape;499;p7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0" name="Google Shape;500;p7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501" name="Google Shape;501;p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3" name="Google Shape;503;p7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7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505" name="Google Shape;505;p7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7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7" name="Google Shape;507;p7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508" name="Google Shape;508;p7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7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0" name="Google Shape;510;p7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511" name="Google Shape;511;p7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7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3" name="Google Shape;513;p7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514" name="Google Shape;514;p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6" name="Google Shape;516;p7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517" name="Google Shape;517;p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9" name="Google Shape;519;p7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" name="Google Shape;521;p7"/>
          <p:cNvSpPr txBox="1">
            <a:spLocks noGrp="1"/>
          </p:cNvSpPr>
          <p:nvPr>
            <p:ph type="title"/>
          </p:nvPr>
        </p:nvSpPr>
        <p:spPr>
          <a:xfrm>
            <a:off x="726225" y="441350"/>
            <a:ext cx="769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7"/>
          <p:cNvSpPr txBox="1">
            <a:spLocks noGrp="1"/>
          </p:cNvSpPr>
          <p:nvPr>
            <p:ph type="subTitle" idx="1"/>
          </p:nvPr>
        </p:nvSpPr>
        <p:spPr>
          <a:xfrm>
            <a:off x="5558685" y="2109350"/>
            <a:ext cx="24174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3" name="Google Shape;523;p7"/>
          <p:cNvSpPr txBox="1">
            <a:spLocks noGrp="1"/>
          </p:cNvSpPr>
          <p:nvPr>
            <p:ph type="subTitle" idx="2"/>
          </p:nvPr>
        </p:nvSpPr>
        <p:spPr>
          <a:xfrm>
            <a:off x="5556263" y="2463297"/>
            <a:ext cx="2417400" cy="13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524" name="Google Shape;524;p7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7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7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7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7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7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7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7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7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7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7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7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7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7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7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7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7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7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7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7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7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7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7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7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7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7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7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7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7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7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7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7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7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7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7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7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7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7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7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7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7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7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7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7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7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7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8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576" name="Google Shape;576;p8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577;p8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578" name="Google Shape;578;p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0" name="Google Shape;580;p8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1" name="Google Shape;581;p8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582" name="Google Shape;582;p8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8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4" name="Google Shape;584;p8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585" name="Google Shape;585;p8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8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7" name="Google Shape;587;p8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588" name="Google Shape;588;p8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8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0" name="Google Shape;590;p8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591" name="Google Shape;591;p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3" name="Google Shape;593;p8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594" name="Google Shape;594;p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6" name="Google Shape;596;p8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8"/>
          <p:cNvSpPr txBox="1">
            <a:spLocks noGrp="1"/>
          </p:cNvSpPr>
          <p:nvPr>
            <p:ph type="title"/>
          </p:nvPr>
        </p:nvSpPr>
        <p:spPr>
          <a:xfrm>
            <a:off x="1529550" y="1682550"/>
            <a:ext cx="6084900" cy="7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99" name="Google Shape;599;p8"/>
          <p:cNvSpPr txBox="1">
            <a:spLocks noGrp="1"/>
          </p:cNvSpPr>
          <p:nvPr>
            <p:ph type="subTitle" idx="1"/>
          </p:nvPr>
        </p:nvSpPr>
        <p:spPr>
          <a:xfrm>
            <a:off x="1534825" y="2405250"/>
            <a:ext cx="6084900" cy="10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8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8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8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8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8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8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8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8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8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8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8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8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8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8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8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8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8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8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8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8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8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8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8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8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8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8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8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8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8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8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8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8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8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8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8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8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8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8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8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8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8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8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8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8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8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8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8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1" name="Google Shape;651;p9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652" name="Google Shape;652;p9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3" name="Google Shape;653;p9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654" name="Google Shape;654;p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6" name="Google Shape;656;p9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7" name="Google Shape;657;p9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658" name="Google Shape;658;p9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9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0" name="Google Shape;660;p9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661" name="Google Shape;661;p9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9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3" name="Google Shape;663;p9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664" name="Google Shape;664;p9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9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6" name="Google Shape;666;p9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667" name="Google Shape;667;p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9" name="Google Shape;669;p9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670" name="Google Shape;670;p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2" name="Google Shape;672;p9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4" name="Google Shape;674;p9"/>
          <p:cNvSpPr txBox="1">
            <a:spLocks noGrp="1"/>
          </p:cNvSpPr>
          <p:nvPr>
            <p:ph type="title"/>
          </p:nvPr>
        </p:nvSpPr>
        <p:spPr>
          <a:xfrm>
            <a:off x="2014800" y="1482700"/>
            <a:ext cx="5114400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0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9"/>
          <p:cNvSpPr txBox="1">
            <a:spLocks noGrp="1"/>
          </p:cNvSpPr>
          <p:nvPr>
            <p:ph type="subTitle" idx="1"/>
          </p:nvPr>
        </p:nvSpPr>
        <p:spPr>
          <a:xfrm>
            <a:off x="2594250" y="2750800"/>
            <a:ext cx="3955500" cy="9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676" name="Google Shape;676;p9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9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9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9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9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9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9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9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9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9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9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9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9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9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9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9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9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9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9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9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9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9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9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9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9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9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9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9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9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9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9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9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9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9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9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9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9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9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9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9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9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9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9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9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9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9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9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9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9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9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10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728" name="Google Shape;728;p10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9" name="Google Shape;729;p10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730" name="Google Shape;730;p10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0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2" name="Google Shape;732;p10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3" name="Google Shape;733;p10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734" name="Google Shape;734;p10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0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6" name="Google Shape;736;p10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737" name="Google Shape;737;p10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10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9" name="Google Shape;739;p10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740" name="Google Shape;740;p10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10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2" name="Google Shape;742;p10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743" name="Google Shape;743;p10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10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5" name="Google Shape;745;p10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746" name="Google Shape;746;p10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10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8" name="Google Shape;748;p10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0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0" name="Google Shape;750;p10"/>
          <p:cNvSpPr txBox="1">
            <a:spLocks noGrp="1"/>
          </p:cNvSpPr>
          <p:nvPr>
            <p:ph type="title"/>
          </p:nvPr>
        </p:nvSpPr>
        <p:spPr>
          <a:xfrm>
            <a:off x="3438550" y="2009550"/>
            <a:ext cx="4979400" cy="11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10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0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0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0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0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0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0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0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0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0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0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0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0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0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10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10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0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0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10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10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10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0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0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10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0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10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0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0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10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0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10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0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0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10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0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0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0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0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0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0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10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0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0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0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0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0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0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0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0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0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" name="Google Shape;802;p11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803" name="Google Shape;803;p11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4" name="Google Shape;804;p11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805" name="Google Shape;805;p11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1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7" name="Google Shape;807;p11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8" name="Google Shape;808;p11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809" name="Google Shape;809;p11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1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11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812" name="Google Shape;812;p11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1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4" name="Google Shape;814;p11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815" name="Google Shape;815;p11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1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7" name="Google Shape;817;p11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818" name="Google Shape;818;p11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1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0" name="Google Shape;820;p11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821" name="Google Shape;821;p11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1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3" name="Google Shape;823;p11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1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5" name="Google Shape;825;p11"/>
          <p:cNvSpPr txBox="1">
            <a:spLocks noGrp="1"/>
          </p:cNvSpPr>
          <p:nvPr>
            <p:ph type="title" hasCustomPrompt="1"/>
          </p:nvPr>
        </p:nvSpPr>
        <p:spPr>
          <a:xfrm>
            <a:off x="1816863" y="1707588"/>
            <a:ext cx="5511600" cy="14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9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6" name="Google Shape;826;p11"/>
          <p:cNvSpPr txBox="1">
            <a:spLocks noGrp="1"/>
          </p:cNvSpPr>
          <p:nvPr>
            <p:ph type="subTitle" idx="1"/>
          </p:nvPr>
        </p:nvSpPr>
        <p:spPr>
          <a:xfrm>
            <a:off x="1815538" y="2971813"/>
            <a:ext cx="55116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1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1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1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1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1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1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1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1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11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1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1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11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11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1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1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1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11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11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1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1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1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11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1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11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1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1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11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11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11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1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1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11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1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11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11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1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11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11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11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11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11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11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11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11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11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_1_1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6" name="Google Shape;1186;p16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187" name="Google Shape;1187;p16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8" name="Google Shape;1188;p16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189" name="Google Shape;1189;p16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16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1" name="Google Shape;1191;p16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2" name="Google Shape;1192;p16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193" name="Google Shape;1193;p16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16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5" name="Google Shape;1195;p16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196" name="Google Shape;1196;p16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16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8" name="Google Shape;1198;p16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199" name="Google Shape;1199;p16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16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1" name="Google Shape;1201;p16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202" name="Google Shape;1202;p16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16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4" name="Google Shape;1204;p16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205" name="Google Shape;1205;p16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16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7" name="Google Shape;1207;p16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9" name="Google Shape;1209;p16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16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16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16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16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16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16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16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16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16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16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16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16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16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16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16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16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16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16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16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16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16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16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16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16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16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16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16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16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16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16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16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16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16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16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16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16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16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16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16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16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16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16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16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16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16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6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16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16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16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9" name="Google Shape;1259;p16"/>
          <p:cNvGrpSpPr/>
          <p:nvPr/>
        </p:nvGrpSpPr>
        <p:grpSpPr>
          <a:xfrm>
            <a:off x="726213" y="4500425"/>
            <a:ext cx="291375" cy="281375"/>
            <a:chOff x="3243875" y="2372825"/>
            <a:chExt cx="291375" cy="281375"/>
          </a:xfrm>
        </p:grpSpPr>
        <p:sp>
          <p:nvSpPr>
            <p:cNvPr id="1260" name="Google Shape;1260;p16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0" name="Google Shape;1270;p16"/>
          <p:cNvSpPr/>
          <p:nvPr/>
        </p:nvSpPr>
        <p:spPr>
          <a:xfrm>
            <a:off x="7335600" y="508075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1" name="Google Shape;1271;p16"/>
          <p:cNvGrpSpPr/>
          <p:nvPr/>
        </p:nvGrpSpPr>
        <p:grpSpPr>
          <a:xfrm>
            <a:off x="1514950" y="454750"/>
            <a:ext cx="166675" cy="168575"/>
            <a:chOff x="4954425" y="2036375"/>
            <a:chExt cx="166675" cy="168575"/>
          </a:xfrm>
        </p:grpSpPr>
        <p:sp>
          <p:nvSpPr>
            <p:cNvPr id="1272" name="Google Shape;1272;p16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4" name="Google Shape;1274;p16"/>
          <p:cNvSpPr/>
          <p:nvPr/>
        </p:nvSpPr>
        <p:spPr>
          <a:xfrm>
            <a:off x="1427950" y="4781788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_1_1"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6" name="Google Shape;1276;p17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277" name="Google Shape;1277;p17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8" name="Google Shape;1278;p17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279" name="Google Shape;1279;p1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1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1" name="Google Shape;1281;p17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2" name="Google Shape;1282;p17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283" name="Google Shape;1283;p17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17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5" name="Google Shape;1285;p17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286" name="Google Shape;1286;p17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17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8" name="Google Shape;1288;p17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289" name="Google Shape;1289;p17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17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1" name="Google Shape;1291;p17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292" name="Google Shape;1292;p1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1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4" name="Google Shape;1294;p17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295" name="Google Shape;1295;p1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1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97" name="Google Shape;1297;p17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7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9" name="Google Shape;1299;p17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17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17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17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17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17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17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17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17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17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17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17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17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17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17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17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17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7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17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17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17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17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17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17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17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17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17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17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17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17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17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17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17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17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17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17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17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17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17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17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17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17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17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17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17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17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17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17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17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17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9" name="Google Shape;1349;p17"/>
          <p:cNvGrpSpPr/>
          <p:nvPr/>
        </p:nvGrpSpPr>
        <p:grpSpPr>
          <a:xfrm>
            <a:off x="504088" y="319075"/>
            <a:ext cx="444275" cy="398525"/>
            <a:chOff x="2495125" y="2142250"/>
            <a:chExt cx="444275" cy="398525"/>
          </a:xfrm>
        </p:grpSpPr>
        <p:sp>
          <p:nvSpPr>
            <p:cNvPr id="1350" name="Google Shape;1350;p17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7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2" name="Google Shape;1352;p17"/>
          <p:cNvGrpSpPr/>
          <p:nvPr/>
        </p:nvGrpSpPr>
        <p:grpSpPr>
          <a:xfrm>
            <a:off x="7942288" y="4463763"/>
            <a:ext cx="291375" cy="281375"/>
            <a:chOff x="3243875" y="2372825"/>
            <a:chExt cx="291375" cy="281375"/>
          </a:xfrm>
        </p:grpSpPr>
        <p:sp>
          <p:nvSpPr>
            <p:cNvPr id="1353" name="Google Shape;1353;p17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7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7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7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7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7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3" name="Google Shape;1363;p17"/>
          <p:cNvGrpSpPr/>
          <p:nvPr/>
        </p:nvGrpSpPr>
        <p:grpSpPr>
          <a:xfrm>
            <a:off x="1236250" y="319063"/>
            <a:ext cx="166675" cy="168575"/>
            <a:chOff x="4954425" y="2036375"/>
            <a:chExt cx="166675" cy="168575"/>
          </a:xfrm>
        </p:grpSpPr>
        <p:sp>
          <p:nvSpPr>
            <p:cNvPr id="1364" name="Google Shape;1364;p17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6" name="Google Shape;1366;p17"/>
          <p:cNvSpPr/>
          <p:nvPr/>
        </p:nvSpPr>
        <p:spPr>
          <a:xfrm>
            <a:off x="8028425" y="362763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17"/>
          <p:cNvSpPr/>
          <p:nvPr/>
        </p:nvSpPr>
        <p:spPr>
          <a:xfrm>
            <a:off x="8149363" y="4193975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8" name="Google Shape;1368;p17"/>
          <p:cNvGrpSpPr/>
          <p:nvPr/>
        </p:nvGrpSpPr>
        <p:grpSpPr>
          <a:xfrm>
            <a:off x="7442275" y="4651625"/>
            <a:ext cx="166675" cy="168575"/>
            <a:chOff x="4954425" y="2036375"/>
            <a:chExt cx="166675" cy="168575"/>
          </a:xfrm>
        </p:grpSpPr>
        <p:sp>
          <p:nvSpPr>
            <p:cNvPr id="1369" name="Google Shape;1369;p17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_1_1_1_1_1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2" name="Google Shape;1372;p18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373" name="Google Shape;1373;p18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4" name="Google Shape;1374;p18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375" name="Google Shape;1375;p1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1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77" name="Google Shape;1377;p18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8" name="Google Shape;1378;p18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379" name="Google Shape;1379;p18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18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1" name="Google Shape;1381;p18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382" name="Google Shape;1382;p18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18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4" name="Google Shape;1384;p18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385" name="Google Shape;1385;p18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18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7" name="Google Shape;1387;p18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388" name="Google Shape;1388;p1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1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0" name="Google Shape;1390;p18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391" name="Google Shape;1391;p1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1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93" name="Google Shape;1393;p18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5" name="Google Shape;1395;p18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18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18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18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18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18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18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18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3" name="Google Shape;1403;p18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18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18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18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7" name="Google Shape;1407;p18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18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p18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18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18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18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18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18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18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18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18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18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18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1420;p18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18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" name="Google Shape;1422;p18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18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18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18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18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18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18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18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18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18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2" name="Google Shape;1432;p18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18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18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18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18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18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18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18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18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18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18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18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18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5" name="Google Shape;1445;p18"/>
          <p:cNvSpPr/>
          <p:nvPr/>
        </p:nvSpPr>
        <p:spPr>
          <a:xfrm>
            <a:off x="228900" y="135685"/>
            <a:ext cx="794715" cy="686714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6" name="Google Shape;1446;p18"/>
          <p:cNvGrpSpPr/>
          <p:nvPr/>
        </p:nvGrpSpPr>
        <p:grpSpPr>
          <a:xfrm>
            <a:off x="1063250" y="831175"/>
            <a:ext cx="444275" cy="398525"/>
            <a:chOff x="2495125" y="2142250"/>
            <a:chExt cx="444275" cy="398525"/>
          </a:xfrm>
        </p:grpSpPr>
        <p:sp>
          <p:nvSpPr>
            <p:cNvPr id="1447" name="Google Shape;1447;p18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18"/>
          <p:cNvGrpSpPr/>
          <p:nvPr/>
        </p:nvGrpSpPr>
        <p:grpSpPr>
          <a:xfrm>
            <a:off x="7814250" y="4463750"/>
            <a:ext cx="291375" cy="281375"/>
            <a:chOff x="3243875" y="2372825"/>
            <a:chExt cx="291375" cy="281375"/>
          </a:xfrm>
        </p:grpSpPr>
        <p:sp>
          <p:nvSpPr>
            <p:cNvPr id="1450" name="Google Shape;1450;p18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8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8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8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8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8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7553550" y="700850"/>
            <a:ext cx="166675" cy="168575"/>
            <a:chOff x="4954425" y="2036375"/>
            <a:chExt cx="166675" cy="168575"/>
          </a:xfrm>
        </p:grpSpPr>
        <p:sp>
          <p:nvSpPr>
            <p:cNvPr id="1461" name="Google Shape;1461;p18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18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3" name="Google Shape;1463;p18"/>
          <p:cNvSpPr/>
          <p:nvPr/>
        </p:nvSpPr>
        <p:spPr>
          <a:xfrm>
            <a:off x="1877550" y="539050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4" name="Google Shape;1464;p18"/>
          <p:cNvSpPr/>
          <p:nvPr/>
        </p:nvSpPr>
        <p:spPr>
          <a:xfrm>
            <a:off x="8218500" y="4065000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0_1_1_1_1_1_1"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6" name="Google Shape;1466;p19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467" name="Google Shape;1467;p19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8" name="Google Shape;1468;p19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469" name="Google Shape;1469;p1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1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71" name="Google Shape;1471;p19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2" name="Google Shape;1472;p19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473" name="Google Shape;1473;p19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19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5" name="Google Shape;1475;p19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476" name="Google Shape;1476;p19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19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8" name="Google Shape;1478;p19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479" name="Google Shape;1479;p19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19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1" name="Google Shape;1481;p19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482" name="Google Shape;1482;p1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1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4" name="Google Shape;1484;p19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485" name="Google Shape;1485;p1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1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7" name="Google Shape;1487;p19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9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9" name="Google Shape;1489;p19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19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19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19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19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19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19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19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19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19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19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0" name="Google Shape;1500;p19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19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19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3" name="Google Shape;1503;p19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p19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19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6" name="Google Shape;1506;p19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p19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19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19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19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19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19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19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19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5" name="Google Shape;1515;p19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19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19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19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19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19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19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19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3" name="Google Shape;1523;p19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19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19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19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19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19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19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19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19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19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3" name="Google Shape;1533;p19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19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5" name="Google Shape;1535;p19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19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7" name="Google Shape;1537;p19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19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9" name="Google Shape;1539;p19"/>
          <p:cNvGrpSpPr/>
          <p:nvPr/>
        </p:nvGrpSpPr>
        <p:grpSpPr>
          <a:xfrm>
            <a:off x="7658900" y="2949438"/>
            <a:ext cx="444275" cy="398525"/>
            <a:chOff x="2495125" y="2142250"/>
            <a:chExt cx="444275" cy="398525"/>
          </a:xfrm>
        </p:grpSpPr>
        <p:sp>
          <p:nvSpPr>
            <p:cNvPr id="1540" name="Google Shape;1540;p19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2" name="Google Shape;1542;p19"/>
          <p:cNvGrpSpPr/>
          <p:nvPr/>
        </p:nvGrpSpPr>
        <p:grpSpPr>
          <a:xfrm>
            <a:off x="1018050" y="1506975"/>
            <a:ext cx="291375" cy="281375"/>
            <a:chOff x="3243875" y="2372825"/>
            <a:chExt cx="291375" cy="281375"/>
          </a:xfrm>
        </p:grpSpPr>
        <p:sp>
          <p:nvSpPr>
            <p:cNvPr id="1543" name="Google Shape;1543;p19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9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9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9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9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3" name="Google Shape;1553;p19"/>
          <p:cNvGrpSpPr/>
          <p:nvPr/>
        </p:nvGrpSpPr>
        <p:grpSpPr>
          <a:xfrm>
            <a:off x="2071475" y="615963"/>
            <a:ext cx="166675" cy="168575"/>
            <a:chOff x="4954425" y="2036375"/>
            <a:chExt cx="166675" cy="168575"/>
          </a:xfrm>
        </p:grpSpPr>
        <p:sp>
          <p:nvSpPr>
            <p:cNvPr id="1554" name="Google Shape;1554;p19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7006975" y="659650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0"/>
                </a:moveTo>
                <a:cubicBezTo>
                  <a:pt x="255" y="0"/>
                  <a:pt x="1" y="2834"/>
                  <a:pt x="2006" y="3221"/>
                </a:cubicBezTo>
                <a:cubicBezTo>
                  <a:pt x="2122" y="3239"/>
                  <a:pt x="2233" y="3247"/>
                  <a:pt x="2340" y="3247"/>
                </a:cubicBezTo>
                <a:cubicBezTo>
                  <a:pt x="4296" y="3247"/>
                  <a:pt x="4764" y="345"/>
                  <a:pt x="2483" y="12"/>
                </a:cubicBezTo>
                <a:cubicBezTo>
                  <a:pt x="2404" y="4"/>
                  <a:pt x="2327" y="0"/>
                  <a:pt x="225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1821125" y="128462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>
            <a:off x="1018050" y="1000650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>
            <a:off x="7527700" y="4181913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19"/>
          <p:cNvSpPr/>
          <p:nvPr/>
        </p:nvSpPr>
        <p:spPr>
          <a:xfrm>
            <a:off x="1104175" y="370907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1" name="Google Shape;1561;p19"/>
          <p:cNvGrpSpPr/>
          <p:nvPr/>
        </p:nvGrpSpPr>
        <p:grpSpPr>
          <a:xfrm>
            <a:off x="1529750" y="4285375"/>
            <a:ext cx="291375" cy="281375"/>
            <a:chOff x="3243875" y="2372825"/>
            <a:chExt cx="291375" cy="281375"/>
          </a:xfrm>
        </p:grpSpPr>
        <p:sp>
          <p:nvSpPr>
            <p:cNvPr id="1562" name="Google Shape;1562;p19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2" name="Google Shape;1572;p19"/>
          <p:cNvGrpSpPr/>
          <p:nvPr/>
        </p:nvGrpSpPr>
        <p:grpSpPr>
          <a:xfrm>
            <a:off x="1254238" y="2592525"/>
            <a:ext cx="444275" cy="398525"/>
            <a:chOff x="2495125" y="2142250"/>
            <a:chExt cx="444275" cy="398525"/>
          </a:xfrm>
        </p:grpSpPr>
        <p:sp>
          <p:nvSpPr>
            <p:cNvPr id="1573" name="Google Shape;1573;p19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5" name="Google Shape;1575;p19"/>
          <p:cNvGrpSpPr/>
          <p:nvPr/>
        </p:nvGrpSpPr>
        <p:grpSpPr>
          <a:xfrm>
            <a:off x="6975800" y="4368950"/>
            <a:ext cx="291375" cy="281375"/>
            <a:chOff x="3243875" y="2372825"/>
            <a:chExt cx="291375" cy="281375"/>
          </a:xfrm>
        </p:grpSpPr>
        <p:sp>
          <p:nvSpPr>
            <p:cNvPr id="1576" name="Google Shape;1576;p19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6" name="Google Shape;1586;p19"/>
          <p:cNvGrpSpPr/>
          <p:nvPr/>
        </p:nvGrpSpPr>
        <p:grpSpPr>
          <a:xfrm>
            <a:off x="7185250" y="2202150"/>
            <a:ext cx="166675" cy="168575"/>
            <a:chOff x="4954425" y="2036375"/>
            <a:chExt cx="166675" cy="168575"/>
          </a:xfrm>
        </p:grpSpPr>
        <p:sp>
          <p:nvSpPr>
            <p:cNvPr id="1587" name="Google Shape;1587;p19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9" name="Google Shape;1589;p19"/>
          <p:cNvGrpSpPr/>
          <p:nvPr/>
        </p:nvGrpSpPr>
        <p:grpSpPr>
          <a:xfrm>
            <a:off x="7658888" y="1125963"/>
            <a:ext cx="444275" cy="398525"/>
            <a:chOff x="2495125" y="2142250"/>
            <a:chExt cx="444275" cy="398525"/>
          </a:xfrm>
        </p:grpSpPr>
        <p:sp>
          <p:nvSpPr>
            <p:cNvPr id="1590" name="Google Shape;1590;p19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6225" y="441350"/>
            <a:ext cx="769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●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○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■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●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○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■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●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○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■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63" r:id="rId12"/>
    <p:sldLayoutId id="2147483664" r:id="rId13"/>
    <p:sldLayoutId id="214748366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dirty="0">
                <a:cs typeface="DecoType Naskh" panose="02010400000000000000" pitchFamily="2" charset="-78"/>
              </a:rPr>
              <a:t>أساسيات في علم العروض</a:t>
            </a: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491453" y="4244332"/>
            <a:ext cx="3371630" cy="594900"/>
          </a:xfrm>
        </p:spPr>
        <p:txBody>
          <a:bodyPr/>
          <a:lstStyle/>
          <a:p>
            <a:r>
              <a:rPr lang="ar-SA" dirty="0">
                <a:cs typeface="DecoType Naskh" panose="02010400000000000000" pitchFamily="2" charset="-78"/>
              </a:rPr>
              <a:t>أ. حنين الحجرية</a:t>
            </a:r>
          </a:p>
          <a:p>
            <a:r>
              <a:rPr lang="ar-SA" dirty="0">
                <a:cs typeface="DecoType Naskh" panose="02010400000000000000" pitchFamily="2" charset="-78"/>
              </a:rPr>
              <a:t>مدرسة </a:t>
            </a:r>
            <a:r>
              <a:rPr lang="ar-SA" dirty="0" err="1">
                <a:cs typeface="DecoType Naskh" panose="02010400000000000000" pitchFamily="2" charset="-78"/>
              </a:rPr>
              <a:t>إسماعية</a:t>
            </a:r>
            <a:r>
              <a:rPr lang="ar-SA" dirty="0">
                <a:cs typeface="DecoType Naskh" panose="02010400000000000000" pitchFamily="2" charset="-78"/>
              </a:rPr>
              <a:t> للتعليم الأسيس (5-12)</a:t>
            </a:r>
          </a:p>
        </p:txBody>
      </p:sp>
    </p:spTree>
    <p:extLst>
      <p:ext uri="{BB962C8B-B14F-4D97-AF65-F5344CB8AC3E}">
        <p14:creationId xmlns:p14="http://schemas.microsoft.com/office/powerpoint/2010/main" val="2939378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57" y="359597"/>
            <a:ext cx="7631368" cy="452062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6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95" y="484730"/>
            <a:ext cx="7122879" cy="300999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34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صورة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514350"/>
            <a:ext cx="74104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68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19" y="84228"/>
            <a:ext cx="7643812" cy="505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4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225" y="258421"/>
            <a:ext cx="6000715" cy="468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08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00193" y="790671"/>
            <a:ext cx="7691400" cy="572700"/>
          </a:xfrm>
        </p:spPr>
        <p:txBody>
          <a:bodyPr/>
          <a:lstStyle/>
          <a:p>
            <a:r>
              <a:rPr lang="ar-SA" sz="4400" u="sng" dirty="0">
                <a:solidFill>
                  <a:srgbClr val="C00000"/>
                </a:solidFill>
                <a:cs typeface="DecoType Naskh" panose="02010400000000000000" pitchFamily="2" charset="-78"/>
              </a:rPr>
              <a:t>من أحرف القافية:</a:t>
            </a: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068512" y="1694486"/>
            <a:ext cx="6801950" cy="2517917"/>
          </a:xfrm>
        </p:spPr>
        <p:txBody>
          <a:bodyPr/>
          <a:lstStyle/>
          <a:p>
            <a:pPr rtl="1"/>
            <a:r>
              <a:rPr lang="ar-SA" sz="3600" dirty="0">
                <a:solidFill>
                  <a:srgbClr val="C00000"/>
                </a:solidFill>
                <a:cs typeface="DecoType Naskh" panose="02010400000000000000" pitchFamily="2" charset="-78"/>
              </a:rPr>
              <a:t>الروي</a:t>
            </a:r>
            <a:r>
              <a:rPr lang="ar-SA" sz="3600" dirty="0">
                <a:cs typeface="DecoType Naskh" panose="02010400000000000000" pitchFamily="2" charset="-78"/>
              </a:rPr>
              <a:t>: الحرف الذي تُبنى عليه القصيدة فتنسب إليه</a:t>
            </a:r>
          </a:p>
          <a:p>
            <a:pPr rtl="1"/>
            <a:endParaRPr lang="ar-SA" sz="3600" dirty="0">
              <a:cs typeface="DecoType Naskh" panose="02010400000000000000" pitchFamily="2" charset="-78"/>
            </a:endParaRPr>
          </a:p>
          <a:p>
            <a:pPr rtl="1"/>
            <a:r>
              <a:rPr lang="ar-SA" sz="3600" dirty="0">
                <a:cs typeface="DecoType Naskh" panose="02010400000000000000" pitchFamily="2" charset="-78"/>
              </a:rPr>
              <a:t>فيقال: قصيدة </a:t>
            </a:r>
            <a:r>
              <a:rPr lang="ar-SA" sz="3600" dirty="0">
                <a:solidFill>
                  <a:srgbClr val="FF0000"/>
                </a:solidFill>
                <a:cs typeface="DecoType Naskh" panose="02010400000000000000" pitchFamily="2" charset="-78"/>
              </a:rPr>
              <a:t>لامية</a:t>
            </a:r>
            <a:r>
              <a:rPr lang="ar-SA" sz="3600" dirty="0">
                <a:cs typeface="DecoType Naskh" panose="02010400000000000000" pitchFamily="2" charset="-78"/>
              </a:rPr>
              <a:t>، أو </a:t>
            </a:r>
            <a:r>
              <a:rPr lang="ar-SA" sz="3600" dirty="0">
                <a:solidFill>
                  <a:srgbClr val="FF0000"/>
                </a:solidFill>
                <a:cs typeface="DecoType Naskh" panose="02010400000000000000" pitchFamily="2" charset="-78"/>
              </a:rPr>
              <a:t>نونية</a:t>
            </a:r>
            <a:r>
              <a:rPr lang="ar-SA" sz="3600" dirty="0">
                <a:cs typeface="DecoType Naskh" panose="02010400000000000000" pitchFamily="2" charset="-78"/>
              </a:rPr>
              <a:t>، أو </a:t>
            </a:r>
            <a:r>
              <a:rPr lang="ar-SA" sz="3600" dirty="0" err="1">
                <a:solidFill>
                  <a:srgbClr val="FF0000"/>
                </a:solidFill>
                <a:cs typeface="DecoType Naskh" panose="02010400000000000000" pitchFamily="2" charset="-78"/>
              </a:rPr>
              <a:t>ميمية</a:t>
            </a:r>
            <a:r>
              <a:rPr lang="ar-SA" sz="3600" dirty="0">
                <a:cs typeface="DecoType Naskh" panose="02010400000000000000" pitchFamily="2" charset="-78"/>
              </a:rPr>
              <a:t>.</a:t>
            </a:r>
          </a:p>
          <a:p>
            <a:pPr rtl="1"/>
            <a:r>
              <a:rPr lang="ar-SA" sz="3600" dirty="0">
                <a:cs typeface="DecoType Naskh" panose="02010400000000000000" pitchFamily="2" charset="-78"/>
              </a:rPr>
              <a:t>ولا يكون هذا الحرف مدًا ولا هاء</a:t>
            </a:r>
          </a:p>
        </p:txBody>
      </p:sp>
    </p:spTree>
    <p:extLst>
      <p:ext uri="{BB962C8B-B14F-4D97-AF65-F5344CB8AC3E}">
        <p14:creationId xmlns:p14="http://schemas.microsoft.com/office/powerpoint/2010/main" val="427495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مجموعة 9">
            <a:extLst>
              <a:ext uri="{FF2B5EF4-FFF2-40B4-BE49-F238E27FC236}">
                <a16:creationId xmlns:a16="http://schemas.microsoft.com/office/drawing/2014/main" id="{5D37FB6F-A2AD-CE00-0EF0-4BAE3EA0ACD0}"/>
              </a:ext>
            </a:extLst>
          </p:cNvPr>
          <p:cNvGrpSpPr/>
          <p:nvPr/>
        </p:nvGrpSpPr>
        <p:grpSpPr>
          <a:xfrm>
            <a:off x="6451487" y="1952689"/>
            <a:ext cx="2597669" cy="2823928"/>
            <a:chOff x="6451487" y="1952689"/>
            <a:chExt cx="2597669" cy="2823928"/>
          </a:xfrm>
        </p:grpSpPr>
        <p:pic>
          <p:nvPicPr>
            <p:cNvPr id="1026" name="Picture 2" descr="مشاهدة صورة المصدر">
              <a:extLst>
                <a:ext uri="{FF2B5EF4-FFF2-40B4-BE49-F238E27FC236}">
                  <a16:creationId xmlns:a16="http://schemas.microsoft.com/office/drawing/2014/main" id="{B002DA92-205F-0C37-4516-1FF86CE8AD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606" b="89655" l="3190" r="95284">
                          <a14:foregroundMark x1="95423" y1="50739" x2="89182" y2="50739"/>
                          <a14:foregroundMark x1="3190" y1="49754" x2="14147" y2="522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6714628" y="2442089"/>
              <a:ext cx="2823928" cy="1845128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مشاهدة صورة المصدر">
              <a:extLst>
                <a:ext uri="{FF2B5EF4-FFF2-40B4-BE49-F238E27FC236}">
                  <a16:creationId xmlns:a16="http://schemas.microsoft.com/office/drawing/2014/main" id="{E48252C8-8EA9-92D9-6AD2-AB8EDBF265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606" b="89655" l="3190" r="95284">
                          <a14:foregroundMark x1="95423" y1="50739" x2="89182" y2="50739"/>
                          <a14:foregroundMark x1="3190" y1="49754" x2="14147" y2="522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452"/>
            <a:stretch/>
          </p:blipFill>
          <p:spPr bwMode="auto">
            <a:xfrm rot="5400000">
              <a:off x="6883903" y="3003729"/>
              <a:ext cx="1274652" cy="213948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مشاهدة صورة المصدر">
            <a:extLst>
              <a:ext uri="{FF2B5EF4-FFF2-40B4-BE49-F238E27FC236}">
                <a16:creationId xmlns:a16="http://schemas.microsoft.com/office/drawing/2014/main" id="{AA8C68C8-EE5A-D543-3D9F-EC7C3E1C8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5512" y1="80375" x2="38375" y2="72375"/>
                        <a14:foregroundMark x1="17875" y1="85125" x2="25512" y2="80375"/>
                        <a14:backgroundMark x1="86250" y1="31625" x2="83250" y2="46250"/>
                        <a14:backgroundMark x1="83250" y1="46250" x2="80500" y2="47000"/>
                        <a14:backgroundMark x1="76000" y1="51125" x2="57250" y2="72375"/>
                        <a14:backgroundMark x1="36375" y1="87500" x2="36375" y2="87500"/>
                        <a14:backgroundMark x1="54125" y1="81875" x2="54125" y2="81875"/>
                        <a14:backgroundMark x1="23125" y1="80375" x2="23125" y2="80375"/>
                        <a14:backgroundMark x1="26875" y1="84125" x2="26875" y2="84125"/>
                        <a14:backgroundMark x1="43750" y1="85375" x2="43750" y2="85375"/>
                        <a14:backgroundMark x1="21125" y1="63375" x2="21125" y2="63375"/>
                        <a14:backgroundMark x1="26000" y1="60000" x2="26000" y2="60000"/>
                        <a14:backgroundMark x1="38125" y1="47000" x2="38125" y2="47000"/>
                        <a14:backgroundMark x1="37625" y1="45375" x2="37625" y2="45375"/>
                        <a14:backgroundMark x1="43000" y1="42875" x2="43000" y2="42875"/>
                        <a14:backgroundMark x1="54000" y1="37625" x2="54000" y2="37625"/>
                        <a14:backgroundMark x1="50500" y1="37000" x2="50500" y2="3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012" y="2775353"/>
            <a:ext cx="1983922" cy="1983922"/>
          </a:xfrm>
          <a:prstGeom prst="ellipse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D1094B4C-F6B5-70D9-976E-52749E881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511032"/>
            <a:ext cx="2857500" cy="1600200"/>
          </a:xfrm>
          <a:prstGeom prst="ellips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</p:pic>
      <p:pic>
        <p:nvPicPr>
          <p:cNvPr id="1034" name="Picture 10" descr="مشاهدة صورة المصدر">
            <a:extLst>
              <a:ext uri="{FF2B5EF4-FFF2-40B4-BE49-F238E27FC236}">
                <a16:creationId xmlns:a16="http://schemas.microsoft.com/office/drawing/2014/main" id="{B3136AA2-CCB0-0E45-98A7-C99EED5475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6" t="64128" b="4761"/>
          <a:stretch/>
        </p:blipFill>
        <p:spPr bwMode="auto">
          <a:xfrm>
            <a:off x="838424" y="618175"/>
            <a:ext cx="3471863" cy="1615395"/>
          </a:xfrm>
          <a:prstGeom prst="ellipse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416217E6-BC87-E435-2A28-38C598778B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59" y="2873829"/>
            <a:ext cx="2091900" cy="2091900"/>
          </a:xfrm>
          <a:prstGeom prst="rect">
            <a:avLst/>
          </a:prstGeom>
        </p:spPr>
      </p:pic>
      <p:sp>
        <p:nvSpPr>
          <p:cNvPr id="9" name="مستطيل 8">
            <a:extLst>
              <a:ext uri="{FF2B5EF4-FFF2-40B4-BE49-F238E27FC236}">
                <a16:creationId xmlns:a16="http://schemas.microsoft.com/office/drawing/2014/main" id="{EA770707-A9DD-8AD3-825B-BA4A975CC434}"/>
              </a:ext>
            </a:extLst>
          </p:cNvPr>
          <p:cNvSpPr/>
          <p:nvPr/>
        </p:nvSpPr>
        <p:spPr>
          <a:xfrm>
            <a:off x="485314" y="2253343"/>
            <a:ext cx="3722917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OM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توقعي أسماء بحور الشعر التي تمثّلها الصور.</a:t>
            </a:r>
            <a:endParaRPr lang="ar-SA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573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899" y="254792"/>
            <a:ext cx="6352784" cy="472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32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7321" y="414915"/>
            <a:ext cx="7730304" cy="454022"/>
          </a:xfrm>
        </p:spPr>
        <p:txBody>
          <a:bodyPr/>
          <a:lstStyle/>
          <a:p>
            <a:r>
              <a:rPr lang="ar-SA" b="0" dirty="0">
                <a:solidFill>
                  <a:srgbClr val="002060"/>
                </a:solidFill>
                <a:cs typeface="DecoType Naskh" panose="02010400000000000000" pitchFamily="2" charset="-78"/>
              </a:rPr>
              <a:t>قبل كتابة التفعيلات تذكري القاعدة:</a:t>
            </a:r>
            <a:br>
              <a:rPr lang="ar-SA" dirty="0">
                <a:solidFill>
                  <a:srgbClr val="002060"/>
                </a:solidFill>
                <a:cs typeface="DecoType Naskh" panose="02010400000000000000" pitchFamily="2" charset="-78"/>
              </a:rPr>
            </a:br>
            <a:br>
              <a:rPr lang="ar-SA" dirty="0">
                <a:solidFill>
                  <a:srgbClr val="002060"/>
                </a:solidFill>
                <a:cs typeface="DecoType Naskh" panose="02010400000000000000" pitchFamily="2" charset="-78"/>
              </a:rPr>
            </a:br>
            <a:endParaRPr lang="ar-SA" dirty="0">
              <a:solidFill>
                <a:srgbClr val="002060"/>
              </a:solidFill>
              <a:cs typeface="DecoType Naskh" panose="02010400000000000000" pitchFamily="2" charset="-78"/>
            </a:endParaRPr>
          </a:p>
        </p:txBody>
      </p:sp>
      <p:sp>
        <p:nvSpPr>
          <p:cNvPr id="4" name="Google Shape;3759;p39"/>
          <p:cNvSpPr/>
          <p:nvPr/>
        </p:nvSpPr>
        <p:spPr>
          <a:xfrm>
            <a:off x="4572001" y="905405"/>
            <a:ext cx="3546918" cy="3995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/>
          </a:p>
        </p:txBody>
      </p:sp>
      <p:sp>
        <p:nvSpPr>
          <p:cNvPr id="5" name="Google Shape;3759;p39"/>
          <p:cNvSpPr/>
          <p:nvPr/>
        </p:nvSpPr>
        <p:spPr>
          <a:xfrm>
            <a:off x="973256" y="905405"/>
            <a:ext cx="3424165" cy="39953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/>
          </a:p>
        </p:txBody>
      </p:sp>
      <p:sp>
        <p:nvSpPr>
          <p:cNvPr id="6" name="Google Shape;3760;p39"/>
          <p:cNvSpPr/>
          <p:nvPr/>
        </p:nvSpPr>
        <p:spPr>
          <a:xfrm rot="-425836">
            <a:off x="575890" y="664144"/>
            <a:ext cx="1088276" cy="940428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/>
          </a:p>
        </p:txBody>
      </p:sp>
      <p:sp>
        <p:nvSpPr>
          <p:cNvPr id="7" name="Google Shape;3761;p39"/>
          <p:cNvSpPr/>
          <p:nvPr/>
        </p:nvSpPr>
        <p:spPr>
          <a:xfrm rot="4539555">
            <a:off x="7322209" y="631480"/>
            <a:ext cx="1088288" cy="940397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/>
          </a:p>
        </p:txBody>
      </p:sp>
      <p:sp>
        <p:nvSpPr>
          <p:cNvPr id="8" name="Google Shape;1768;p26"/>
          <p:cNvSpPr txBox="1">
            <a:spLocks/>
          </p:cNvSpPr>
          <p:nvPr/>
        </p:nvSpPr>
        <p:spPr>
          <a:xfrm>
            <a:off x="5235581" y="905405"/>
            <a:ext cx="2342508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1pPr>
            <a:lvl2pPr marR="0"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2pPr>
            <a:lvl3pPr marR="0"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3pPr>
            <a:lvl4pPr marR="0"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4pPr>
            <a:lvl5pPr marR="0"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5pPr>
            <a:lvl6pPr marR="0"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6pPr>
            <a:lvl7pPr marR="0"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7pPr>
            <a:lvl8pPr marR="0"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8pPr>
            <a:lvl9pPr marR="0"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r>
              <a:rPr lang="ar-SA" b="0" dirty="0">
                <a:solidFill>
                  <a:schemeClr val="tx2">
                    <a:lumMod val="50000"/>
                  </a:schemeClr>
                </a:solidFill>
                <a:cs typeface="DecoType Naskh" panose="02010400000000000000" pitchFamily="2" charset="-78"/>
              </a:rPr>
              <a:t>ما ينطق يكتب</a:t>
            </a:r>
          </a:p>
        </p:txBody>
      </p:sp>
      <p:sp>
        <p:nvSpPr>
          <p:cNvPr id="9" name="Google Shape;1768;p26"/>
          <p:cNvSpPr txBox="1">
            <a:spLocks/>
          </p:cNvSpPr>
          <p:nvPr/>
        </p:nvSpPr>
        <p:spPr>
          <a:xfrm>
            <a:off x="1635430" y="920241"/>
            <a:ext cx="2099815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1pPr>
            <a:lvl2pPr marR="0"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2pPr>
            <a:lvl3pPr marR="0"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3pPr>
            <a:lvl4pPr marR="0"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4pPr>
            <a:lvl5pPr marR="0"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5pPr>
            <a:lvl6pPr marR="0"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6pPr>
            <a:lvl7pPr marR="0"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7pPr>
            <a:lvl8pPr marR="0"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8pPr>
            <a:lvl9pPr marR="0"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r>
              <a:rPr lang="ar-SA" b="0" dirty="0">
                <a:solidFill>
                  <a:schemeClr val="tx2">
                    <a:lumMod val="50000"/>
                  </a:schemeClr>
                </a:solidFill>
                <a:cs typeface="DecoType Naskh" panose="02010400000000000000" pitchFamily="2" charset="-78"/>
              </a:rPr>
              <a:t>ما لا يُنطق لا يُكتب</a:t>
            </a:r>
          </a:p>
        </p:txBody>
      </p:sp>
      <p:sp>
        <p:nvSpPr>
          <p:cNvPr id="10" name="مربع نص 9"/>
          <p:cNvSpPr txBox="1"/>
          <p:nvPr/>
        </p:nvSpPr>
        <p:spPr>
          <a:xfrm>
            <a:off x="1013261" y="1604100"/>
            <a:ext cx="3308360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+mj-lt"/>
              <a:buAutoNum type="arabicPeriod"/>
            </a:pPr>
            <a:r>
              <a:rPr lang="ar-SA" sz="2400" dirty="0">
                <a:cs typeface="DecoType Naskh" panose="02010400000000000000" pitchFamily="2" charset="-78"/>
              </a:rPr>
              <a:t>همزة الوصل إذا وقعت في وسط الكلام (و</a:t>
            </a:r>
            <a:r>
              <a:rPr lang="ar-SA" sz="2400" dirty="0">
                <a:solidFill>
                  <a:srgbClr val="FF0000"/>
                </a:solidFill>
                <a:cs typeface="DecoType Naskh" panose="02010400000000000000" pitchFamily="2" charset="-78"/>
              </a:rPr>
              <a:t>ا</a:t>
            </a:r>
            <a:r>
              <a:rPr lang="ar-SA" sz="2400" dirty="0">
                <a:cs typeface="DecoType Naskh" panose="02010400000000000000" pitchFamily="2" charset="-78"/>
              </a:rPr>
              <a:t>لكتاب- ف</a:t>
            </a:r>
            <a:r>
              <a:rPr lang="ar-SA" sz="2400" dirty="0">
                <a:solidFill>
                  <a:srgbClr val="FF0000"/>
                </a:solidFill>
                <a:cs typeface="DecoType Naskh" panose="02010400000000000000" pitchFamily="2" charset="-78"/>
              </a:rPr>
              <a:t>ا</a:t>
            </a:r>
            <a:r>
              <a:rPr lang="ar-SA" sz="2400" dirty="0">
                <a:cs typeface="DecoType Naskh" panose="02010400000000000000" pitchFamily="2" charset="-78"/>
              </a:rPr>
              <a:t>ستمع)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SA" sz="2400" dirty="0">
                <a:cs typeface="DecoType Naskh" panose="02010400000000000000" pitchFamily="2" charset="-78"/>
              </a:rPr>
              <a:t>الألف الفارقة بعد واو الجماعة (كَتَبُو</a:t>
            </a:r>
            <a:r>
              <a:rPr lang="ar-SA" sz="2400" dirty="0">
                <a:solidFill>
                  <a:srgbClr val="FF0000"/>
                </a:solidFill>
                <a:cs typeface="DecoType Naskh" panose="02010400000000000000" pitchFamily="2" charset="-78"/>
              </a:rPr>
              <a:t>ا</a:t>
            </a:r>
            <a:r>
              <a:rPr lang="ar-SA" sz="2400" dirty="0">
                <a:cs typeface="DecoType Naskh" panose="02010400000000000000" pitchFamily="2" charset="-78"/>
              </a:rPr>
              <a:t>)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SA" sz="2400" dirty="0">
                <a:cs typeface="DecoType Naskh" panose="02010400000000000000" pitchFamily="2" charset="-78"/>
              </a:rPr>
              <a:t>اللام الشمسية (ا</a:t>
            </a:r>
            <a:r>
              <a:rPr lang="ar-SA" sz="2400" dirty="0">
                <a:solidFill>
                  <a:srgbClr val="FF0000"/>
                </a:solidFill>
                <a:cs typeface="DecoType Naskh" panose="02010400000000000000" pitchFamily="2" charset="-78"/>
              </a:rPr>
              <a:t>لــــ</a:t>
            </a:r>
            <a:r>
              <a:rPr lang="ar-SA" sz="2400" dirty="0">
                <a:cs typeface="DecoType Naskh" panose="02010400000000000000" pitchFamily="2" charset="-78"/>
              </a:rPr>
              <a:t>ـثيابُ)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SA" sz="2400" dirty="0">
                <a:cs typeface="DecoType Naskh" panose="02010400000000000000" pitchFamily="2" charset="-78"/>
              </a:rPr>
              <a:t>واو (عمر</a:t>
            </a:r>
            <a:r>
              <a:rPr lang="ar-SA" sz="2400" dirty="0">
                <a:solidFill>
                  <a:srgbClr val="FF0000"/>
                </a:solidFill>
                <a:cs typeface="DecoType Naskh" panose="02010400000000000000" pitchFamily="2" charset="-78"/>
              </a:rPr>
              <a:t>و</a:t>
            </a:r>
            <a:r>
              <a:rPr lang="ar-SA" sz="2400" dirty="0">
                <a:cs typeface="DecoType Naskh" panose="02010400000000000000" pitchFamily="2" charset="-78"/>
              </a:rPr>
              <a:t>)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SA" sz="2400" dirty="0">
                <a:cs typeface="DecoType Naskh" panose="02010400000000000000" pitchFamily="2" charset="-78"/>
              </a:rPr>
              <a:t>حروف المد في آخر الكلمة إذا جاء بعدها ساكن (أت</a:t>
            </a:r>
            <a:r>
              <a:rPr lang="ar-SA" sz="2400" dirty="0">
                <a:solidFill>
                  <a:srgbClr val="FF0000"/>
                </a:solidFill>
                <a:cs typeface="DecoType Naskh" panose="02010400000000000000" pitchFamily="2" charset="-78"/>
              </a:rPr>
              <a:t>ى</a:t>
            </a:r>
            <a:r>
              <a:rPr lang="ar-SA" sz="2400" dirty="0">
                <a:cs typeface="DecoType Naskh" panose="02010400000000000000" pitchFamily="2" charset="-78"/>
              </a:rPr>
              <a:t> القاضي)</a:t>
            </a:r>
          </a:p>
        </p:txBody>
      </p:sp>
      <p:sp>
        <p:nvSpPr>
          <p:cNvPr id="11" name="مربع نص 10"/>
          <p:cNvSpPr txBox="1"/>
          <p:nvPr/>
        </p:nvSpPr>
        <p:spPr>
          <a:xfrm>
            <a:off x="4614385" y="1589264"/>
            <a:ext cx="3504533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+mj-lt"/>
              <a:buAutoNum type="arabicPeriod"/>
            </a:pPr>
            <a:r>
              <a:rPr lang="ar-SA" sz="2200" dirty="0">
                <a:cs typeface="DecoType Naskh" panose="02010400000000000000" pitchFamily="2" charset="-78"/>
              </a:rPr>
              <a:t>التنوين – يُحسب نونًا (غَفو</a:t>
            </a:r>
            <a:r>
              <a:rPr lang="ar-SA" sz="2200" dirty="0">
                <a:solidFill>
                  <a:srgbClr val="FF0000"/>
                </a:solidFill>
                <a:cs typeface="DecoType Naskh" panose="02010400000000000000" pitchFamily="2" charset="-78"/>
              </a:rPr>
              <a:t>رٌ</a:t>
            </a:r>
            <a:r>
              <a:rPr lang="ar-SA" sz="2200" dirty="0">
                <a:cs typeface="DecoType Naskh" panose="02010400000000000000" pitchFamily="2" charset="-78"/>
              </a:rPr>
              <a:t>) 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SA" sz="2200" dirty="0">
                <a:cs typeface="DecoType Naskh" panose="02010400000000000000" pitchFamily="2" charset="-78"/>
              </a:rPr>
              <a:t>الألف في أسماء الإشارة (هذه –هذا- هؤلاء- ذلك- أولئك)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SA" sz="2200" dirty="0">
                <a:cs typeface="DecoType Naskh" panose="02010400000000000000" pitchFamily="2" charset="-78"/>
              </a:rPr>
              <a:t>الألف في (الله- الرحمن-إله- لكن- طه)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SA" sz="2200" dirty="0">
                <a:cs typeface="DecoType Naskh" panose="02010400000000000000" pitchFamily="2" charset="-78"/>
              </a:rPr>
              <a:t>الحرف المشدد = حرف ساكن +متحرك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SA" sz="2200" dirty="0">
                <a:cs typeface="DecoType Naskh" panose="02010400000000000000" pitchFamily="2" charset="-78"/>
              </a:rPr>
              <a:t>الهمزة الممدودة (آ)= همزة مفتوحة (أ) + ألف مد ساكنة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SA" sz="2200" dirty="0">
                <a:cs typeface="DecoType Naskh" panose="02010400000000000000" pitchFamily="2" charset="-78"/>
              </a:rPr>
              <a:t>إشباع حركة الروي (الحرف الأخير من الشطر)</a:t>
            </a:r>
          </a:p>
        </p:txBody>
      </p:sp>
    </p:spTree>
    <p:extLst>
      <p:ext uri="{BB962C8B-B14F-4D97-AF65-F5344CB8AC3E}">
        <p14:creationId xmlns:p14="http://schemas.microsoft.com/office/powerpoint/2010/main" val="54118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>
                <a:latin typeface="Decc"/>
                <a:cs typeface="DecoType Naskh" panose="02010400000000000000" pitchFamily="2" charset="-78"/>
              </a:rPr>
              <a:t>أمثلة لكتابة التفعيلات</a:t>
            </a:r>
          </a:p>
        </p:txBody>
      </p:sp>
      <p:sp>
        <p:nvSpPr>
          <p:cNvPr id="4" name="Google Shape;3759;p39"/>
          <p:cNvSpPr/>
          <p:nvPr/>
        </p:nvSpPr>
        <p:spPr>
          <a:xfrm>
            <a:off x="4694753" y="905405"/>
            <a:ext cx="3424165" cy="3995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/>
          </a:p>
        </p:txBody>
      </p:sp>
      <p:sp>
        <p:nvSpPr>
          <p:cNvPr id="5" name="Google Shape;3759;p39"/>
          <p:cNvSpPr/>
          <p:nvPr/>
        </p:nvSpPr>
        <p:spPr>
          <a:xfrm>
            <a:off x="973256" y="905405"/>
            <a:ext cx="3424165" cy="39953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/>
          </a:p>
        </p:txBody>
      </p:sp>
      <p:graphicFrame>
        <p:nvGraphicFramePr>
          <p:cNvPr id="8" name="جدول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272873"/>
              </p:ext>
            </p:extLst>
          </p:nvPr>
        </p:nvGraphicFramePr>
        <p:xfrm>
          <a:off x="4880225" y="1604100"/>
          <a:ext cx="3048000" cy="2560320"/>
        </p:xfrm>
        <a:graphic>
          <a:graphicData uri="http://schemas.openxmlformats.org/drawingml/2006/table">
            <a:tbl>
              <a:tblPr rtl="1" firstRow="1" bandRow="1">
                <a:tableStyleId>{BCA5ED15-E28B-48BD-A840-18925161BD03}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095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2400" dirty="0">
                          <a:cs typeface="DecoType Naskh" panose="02010400000000000000" pitchFamily="2" charset="-78"/>
                        </a:rPr>
                        <a:t>هَذَا أَبِي</a:t>
                      </a:r>
                    </a:p>
                    <a:p>
                      <a:pPr algn="ctr" rtl="1"/>
                      <a:endParaRPr lang="ar-SA" sz="2400" dirty="0">
                        <a:cs typeface="DecoType Naskh" panose="0201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2400" dirty="0">
                          <a:cs typeface="DecoType Naskh" panose="02010400000000000000" pitchFamily="2" charset="-78"/>
                        </a:rPr>
                        <a:t>د</a:t>
                      </a:r>
                      <a:r>
                        <a:rPr lang="ar-SA" sz="2400" dirty="0">
                          <a:solidFill>
                            <a:srgbClr val="FF0000"/>
                          </a:solidFill>
                          <a:cs typeface="DecoType Naskh" panose="02010400000000000000" pitchFamily="2" charset="-78"/>
                        </a:rPr>
                        <a:t>ن</a:t>
                      </a:r>
                      <a:r>
                        <a:rPr lang="ar-SA" sz="2400" dirty="0">
                          <a:cs typeface="DecoType Naskh" panose="02010400000000000000" pitchFamily="2" charset="-78"/>
                        </a:rPr>
                        <a:t> </a:t>
                      </a:r>
                      <a:r>
                        <a:rPr lang="ar-SA" sz="2400" dirty="0" err="1">
                          <a:cs typeface="DecoType Naskh" panose="02010400000000000000" pitchFamily="2" charset="-78"/>
                        </a:rPr>
                        <a:t>دن</a:t>
                      </a:r>
                      <a:r>
                        <a:rPr lang="ar-SA" sz="2400" dirty="0">
                          <a:cs typeface="DecoType Naskh" panose="02010400000000000000" pitchFamily="2" charset="-78"/>
                        </a:rPr>
                        <a:t> ددن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2400" dirty="0" err="1">
                          <a:cs typeface="DecoType Naskh" panose="02010400000000000000" pitchFamily="2" charset="-78"/>
                        </a:rPr>
                        <a:t>مُس</a:t>
                      </a:r>
                      <a:r>
                        <a:rPr lang="ar-SA" sz="2400" dirty="0" err="1">
                          <a:solidFill>
                            <a:srgbClr val="FF0000"/>
                          </a:solidFill>
                          <a:cs typeface="DecoType Naskh" panose="02010400000000000000" pitchFamily="2" charset="-78"/>
                        </a:rPr>
                        <a:t>ْ</a:t>
                      </a:r>
                      <a:r>
                        <a:rPr lang="ar-SA" sz="2400" dirty="0" err="1">
                          <a:cs typeface="DecoType Naskh" panose="02010400000000000000" pitchFamily="2" charset="-78"/>
                        </a:rPr>
                        <a:t>تَفْعِلُن</a:t>
                      </a:r>
                      <a:endParaRPr lang="ar-SA" sz="2400" dirty="0">
                        <a:cs typeface="DecoType Naskh" panose="0201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2400" dirty="0">
                          <a:cs typeface="DecoType Naskh" panose="02010400000000000000" pitchFamily="2" charset="-78"/>
                        </a:rPr>
                        <a:t>ملاحظة:</a:t>
                      </a:r>
                      <a:r>
                        <a:rPr lang="ar-SA" sz="2400" baseline="0" dirty="0">
                          <a:cs typeface="DecoType Naskh" panose="02010400000000000000" pitchFamily="2" charset="-78"/>
                        </a:rPr>
                        <a:t> بعد الهاء توجد ألف تُنطق ولا تُكتب، وتوضع في وزن التفعيلة</a:t>
                      </a:r>
                      <a:endParaRPr lang="ar-SA" sz="2400" dirty="0">
                        <a:cs typeface="DecoType Naskh" panose="0201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جدول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475851"/>
              </p:ext>
            </p:extLst>
          </p:nvPr>
        </p:nvGraphicFramePr>
        <p:xfrm>
          <a:off x="1169542" y="1014050"/>
          <a:ext cx="3048000" cy="3657600"/>
        </p:xfrm>
        <a:graphic>
          <a:graphicData uri="http://schemas.openxmlformats.org/drawingml/2006/table">
            <a:tbl>
              <a:tblPr rtl="1" firstRow="1" bandRow="1">
                <a:tableStyleId>{BCA5ED15-E28B-48BD-A840-18925161BD03}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095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2400" dirty="0">
                          <a:cs typeface="DecoType Naskh" panose="02010400000000000000" pitchFamily="2" charset="-78"/>
                        </a:rPr>
                        <a:t>أتَــى القَاضي</a:t>
                      </a:r>
                    </a:p>
                    <a:p>
                      <a:pPr algn="ctr" rtl="1"/>
                      <a:endParaRPr lang="ar-SA" sz="2400" dirty="0">
                        <a:cs typeface="DecoType Naskh" panose="0201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2400" dirty="0">
                          <a:cs typeface="DecoType Naskh" panose="02010400000000000000" pitchFamily="2" charset="-78"/>
                        </a:rPr>
                        <a:t>دَدَن دَن</a:t>
                      </a:r>
                      <a:r>
                        <a:rPr lang="ar-SA" sz="2400" baseline="0" dirty="0">
                          <a:cs typeface="DecoType Naskh" panose="02010400000000000000" pitchFamily="2" charset="-78"/>
                        </a:rPr>
                        <a:t> </a:t>
                      </a:r>
                      <a:r>
                        <a:rPr lang="ar-SA" sz="2400" baseline="0" dirty="0" err="1">
                          <a:cs typeface="DecoType Naskh" panose="02010400000000000000" pitchFamily="2" charset="-78"/>
                        </a:rPr>
                        <a:t>دَن</a:t>
                      </a:r>
                      <a:endParaRPr lang="ar-SA" sz="2400" dirty="0">
                        <a:cs typeface="DecoType Naskh" panose="0201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2400" dirty="0" err="1">
                          <a:cs typeface="DecoType Naskh" panose="02010400000000000000" pitchFamily="2" charset="-78"/>
                        </a:rPr>
                        <a:t>مَفَاعِيلُن</a:t>
                      </a:r>
                      <a:endParaRPr lang="ar-SA" sz="2400" dirty="0">
                        <a:cs typeface="DecoType Naskh" panose="0201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2400" dirty="0">
                          <a:cs typeface="DecoType Naskh" panose="02010400000000000000" pitchFamily="2" charset="-78"/>
                        </a:rPr>
                        <a:t>ملاحظة:</a:t>
                      </a:r>
                      <a:r>
                        <a:rPr lang="ar-SA" sz="2400" baseline="0" dirty="0">
                          <a:cs typeface="DecoType Naskh" panose="02010400000000000000" pitchFamily="2" charset="-78"/>
                        </a:rPr>
                        <a:t> عند نطق الكلمتين معًا نلاحظ أن ألف المد في آخر كلمة (أتى) وكذلك همزة الوصل لا تُنطق، فلا تُكتب في الوزن.</a:t>
                      </a:r>
                    </a:p>
                    <a:p>
                      <a:pPr algn="ctr" rtl="1"/>
                      <a:r>
                        <a:rPr lang="ar-SA" sz="2400" baseline="0" dirty="0">
                          <a:cs typeface="DecoType Naskh" panose="02010400000000000000" pitchFamily="2" charset="-78"/>
                        </a:rPr>
                        <a:t>فنقول (أتَ لقاضي)</a:t>
                      </a:r>
                      <a:endParaRPr lang="ar-SA" sz="2400" dirty="0">
                        <a:cs typeface="DecoType Naskh" panose="0201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222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365" y="280124"/>
            <a:ext cx="6584719" cy="462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70520"/>
      </p:ext>
    </p:extLst>
  </p:cSld>
  <p:clrMapOvr>
    <a:masterClrMapping/>
  </p:clrMapOvr>
</p:sld>
</file>

<file path=ppt/theme/theme1.xml><?xml version="1.0" encoding="utf-8"?>
<a:theme xmlns:a="http://schemas.openxmlformats.org/drawingml/2006/main" name="Nature Activities Binder by Slidesgo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FEC9A1"/>
      </a:lt2>
      <a:accent1>
        <a:srgbClr val="FD9E66"/>
      </a:accent1>
      <a:accent2>
        <a:srgbClr val="B7E1E0"/>
      </a:accent2>
      <a:accent3>
        <a:srgbClr val="FAE39D"/>
      </a:accent3>
      <a:accent4>
        <a:srgbClr val="F9C357"/>
      </a:accent4>
      <a:accent5>
        <a:srgbClr val="92CAD6"/>
      </a:accent5>
      <a:accent6>
        <a:srgbClr val="85A8CE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229</Words>
  <Application>Microsoft Office PowerPoint</Application>
  <PresentationFormat>عرض على الشاشة (16:9)</PresentationFormat>
  <Paragraphs>33</Paragraphs>
  <Slides>12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8" baseType="lpstr">
      <vt:lpstr>Jua</vt:lpstr>
      <vt:lpstr>Arial</vt:lpstr>
      <vt:lpstr>DecoType Naskh</vt:lpstr>
      <vt:lpstr>Quicksand Medium</vt:lpstr>
      <vt:lpstr>Decc</vt:lpstr>
      <vt:lpstr>Nature Activities Binder by Slidesgo</vt:lpstr>
      <vt:lpstr>أساسيات في علم العروض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من أحرف القافية:</vt:lpstr>
      <vt:lpstr>عرض تقديمي في PowerPoint</vt:lpstr>
      <vt:lpstr>عرض تقديمي في PowerPoint</vt:lpstr>
      <vt:lpstr>قبل كتابة التفعيلات تذكري القاعدة:  </vt:lpstr>
      <vt:lpstr>أمثلة لكتابة التفعيلات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بحر الوافر</dc:title>
  <dc:creator>user</dc:creator>
  <cp:lastModifiedBy>haneen 247</cp:lastModifiedBy>
  <cp:revision>23</cp:revision>
  <dcterms:modified xsi:type="dcterms:W3CDTF">2022-10-12T14:50:11Z</dcterms:modified>
</cp:coreProperties>
</file>